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58" r:id="rId6"/>
    <p:sldId id="259" r:id="rId7"/>
    <p:sldId id="262" r:id="rId8"/>
    <p:sldId id="263" r:id="rId9"/>
    <p:sldId id="264" r:id="rId10"/>
    <p:sldId id="265" r:id="rId11"/>
    <p:sldId id="267" r:id="rId12"/>
    <p:sldId id="266"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891019-9950-3F47-E9C4-EBC56D86B472}" v="563" dt="2026-03-12T08:40:48.966"/>
    <p1510:client id="{22B3D1E0-68DD-25CD-1753-096CDEB58CC0}" v="1416" dt="2026-03-11T23:12:40.8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3" d="100"/>
          <a:sy n="113" d="100"/>
        </p:scale>
        <p:origin x="51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0T11:42:02.54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0,'0'10,"1"1,0-1,0 0,1 0,1 0,0 0,0-1,1 1,0-1,7 12,1-3,1 1,1-2,26 28,-9-13,6 7,1-1,2-1,2-3,56 37,-13-17,34 19,-74-47,-33-18,0 0,1-1,0-1,0 0,1 0,0-2,0 0,0 0,0-1,0-1,16 1,-15-3,1-1,-1 0,0-1,1-1,-1 0,0-1,-1-1,1 0,-1-1,21-12,38-18,-42 22,38-23,-51 26,256-179,-127 85,-125 91,-6 1,0-1,0 0,-2-1,0-1,13-19,-27 35,9-11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0T11:42:03.16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0T11:42:03.62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0T11:42:06.78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0 150,'26'1,"-11"0,0-1,0 0,24-4,-37 3,1 1,0-1,-1 1,1-1,-1 0,1 0,-1 0,0 0,1 0,-1-1,0 1,0-1,0 1,0-1,0 0,0 0,0 0,-1 0,1 0,-1 0,1 0,-1-1,0 1,0-1,0 1,1-5,-1 6,-1 0,0 0,1 0,-1 0,0 0,0 0,0 0,0 0,0-1,0 1,0 0,0 0,0 0,0 0,0 0,-1 0,1 0,-1 0,1 0,-1 0,1 0,-1 0,1 0,-1 0,0 0,1 0,-1 0,0 0,0 1,0-1,0 0,0 1,0-1,0 1,0-1,0 1,0-1,0 1,0 0,0-1,0 1,0 0,0 0,0 0,-1 0,0 0,-1 0,1 0,-1 1,0-1,0 1,1 0,-1 0,0 0,1 0,-1 0,1 0,-1 1,1-1,0 1,0 0,-1 0,1 0,0 0,-1 2,-1 2,1 0,1 0,-1 1,1-1,0 1,0-1,1 1,0 0,-1 10,5 62,-3-78,0 1,0-1,1 0,-1 1,0-1,0 0,1 1,-1-1,1 0,-1 0,1 1,0-1,-1 0,1 0,0 0,0 0,0 0,0 0,0 0,0 0,0 0,0 0,0 0,0-1,0 1,1 0,1 0,0-1,0 0,0 1,0-1,0 0,0-1,0 1,0 0,0-1,0 0,0 0,-1 0,4-1,9-5,0-1,-1 0,22-17,-31 21,72-59,-71 57,-1 1,0-1,0 0,0-1,-1 1,0-1,0 0,-1 0,0 0,4-11,-7 17,0 0,1-1,-1 1,0 0,0 0,0 0,0 0,0-1,0 1,0 0,-1 0,1 0,0 0,-1 0,1 0,-1 0,1 0,-1-1,1 2,-1-1,0 0,1 0,-1 0,0 0,0 0,0 0,-1 0,-1-1,-1 0,1 0,0 1,-1 0,0 0,1 0,-1 0,-7-1,-5 1,0 1,0 0,-17 3,-18 12,69-36,3-3,-32 51,-8 22,17-22,3-27,-1 1,0 0,0-1,1 1,-1 0,0-1,1 1,-1 0,0-1,1 1,-1-1,1 1,-1-1,1 1,-1-1,1 1,-1-1,1 0,0 1,-1-1,1 0,0 1,-1-1,1 0,0 0,-1 0,1 0,0 1,0-1,2-1,-1 1,0-1,0 0,0 0,0 0,1 0,-1 0,-1 0,1 0,0-1,0 1,0-1,-1 0,1 1,-1-1,1 0,-1 0,0 0,1 0,0-4,21-41,-23 47,0 0,0 0,0 0,1 0,-1 1,0-1,0 0,0 0,0 0,0 0,0 0,1 1,-1-1,0 0,0 0,0 0,0 0,1 0,-1 0,0 0,0 0,0 0,0 1,1-1,-1 0,0 0,0 0,0 0,1 0,-1 0,0 0,0 0,0 0,1-1,-1 1,0 0,0 0,0 0,0 0,1 0,-1 0,0 0,0 0,0 0,0-1,1 1,-1 0,0 0,0 0,4 39,-6 53,-19-142,20 44,1-2,-2 1,1-1,-1 1,0-1,-5-11,7 18,-1 0,1 0,-1 0,1 1,-1-1,1 0,-1 1,0-1,1 0,-1 1,0-1,0 0,1 1,-1-1,0 1,0 0,0-1,0 1,0 0,1-1,-3 1,1 0,0 0,0 1,1-1,-1 1,0-1,1 1,-1 0,0 0,1 0,-1 0,1 0,-1 0,1 0,0 0,-1 0,0 2,-3 3,1-1,-1 1,1 0,1 0,-1 1,-2 7,-16 25,29-50,21-24,-26 34,-1 0,1 0,-1 0,1 0,-1 0,1 0,0 0,0 1,-1-1,1 1,0-1,0 1,0-1,-1 1,1 0,0 0,0 0,0 0,0 1,0-1,-1 0,1 1,0-1,3 2,9 6</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0T11:42:08.484"/>
    </inkml:context>
    <inkml:brush xml:id="br0">
      <inkml:brushProperty name="width" value="0.05" units="cm"/>
      <inkml:brushProperty name="height" value="0.05" units="cm"/>
      <inkml:brushProperty name="color" value="#E71224"/>
      <inkml:brushProperty name="ignorePressure" value="1"/>
    </inkml:brush>
  </inkml:definitions>
  <inkml:trace contextRef="#ctx0" brushRef="#br0">67 75,'0'15,"-2"0,-6 28,-2 25,10-66,0 0,0 0,0 0,0 0,0 0,1 0,-1-1,0 1,1 0,0 0,-1 0,1 0,0-1,0 1,0 0,0-1,0 1,0-1,1 1,-1-1,0 0,1 1,-1-1,1 0,0 0,-1 0,1 0,0 0,-1 0,1-1,0 1,0 0,0-1,0 0,0 1,-1-1,1 0,0 0,0 0,0 0,0 0,0-1,0 1,2-1,4-1,0 1,-1-1,1-1,-1 1,0-1,0 0,0-1,0 0,11-9,-11 6,0 0,-1-1,0 1,0-2,-1 1,0-1,0 1,6-19,-9 20,1 1,-2-1,1 1,0-1,-1 0,-1 0,1 0,-1 0,0 1,-1-1,1 0,-1 0,-3-10,3 15,1 0,-1 0,0 1,1-1,-1 1,0-1,0 1,0-1,0 1,-1-1,1 1,0 0,0-1,-1 1,1 0,-1 0,1 0,-1 0,0 1,1-1,-1 0,0 1,1-1,-4 0,2 1,-1 0,1 0,-1 1,1-1,-1 1,1 0,0 0,-1 0,1 0,0 1,-6 3,-5 4,1 1,0 0,0 1,-12 13,1 0,17-19,0 1,1 0,-1 1,1-1,1 1,-1 0,1 1,1-1,-1 1,1 0,-4 10,8-17,0-1,0 1,0 0,-1-1,1 1,0-1,0 1,0 0,0-1,0 1,0-1,0 1,0 0,1-1,-1 1,0-1,0 1,0-1,1 1,-1 0,0-1,1 1,-1-1,0 1,1-1,-1 0,0 1,1-1,-1 1,1-1,-1 0,1 1,-1-1,2 1,22-4,23-21,-40 18,0 0,-1 0,1 0,-1-1,0 1,-1-2,0 1,0-1,0 1,-1-1,0 0,-1-1,0 1,0-1,-1 1,0-1,1-15,-6 86,1-24,1 1,6 63,-5-101,0-1,0 0,0 1,0-1,0 0,0 0,0 1,0-1,0 0,0 0,0 1,0-1,0 0,0 1,1-1,-1 0,0 0,0 1,0-1,0 0,0 0,1 0,-1 1,0-1,0 0,0 0,1 0,-1 1,0-1,0 0,1 0,-1 0,0 0,0 0,1 0,-1 0,0 0,1 0,-1 1,0-1,0 0,1 0,-1 0,1-1,11-10,7-20,-13 19,0-1,-1 1,-1-1,0 0,-1-1,0 1,-1-1,-1 1,0-1,0 0,-2 1,0-1,0 0,-4-13,5 26,0 1,0-1,-1 0,1 1,0-1,0 0,-1 1,1-1,0 1,-1-1,1 0,-1 1,1-1,0 1,-1-1,1 1,-1-1,0 1,1 0,-1-1,1 1,-1 0,0-1,1 1,-1 0,0 0,1 0,-1-1,0 1,1 0,-2 0,-20 12,-15 31,36-41,-5 5,2 1,-1-1,1 1,0 0,1 0,0 0,0 0,0 1,1-1,1 1,0 0,0 0,0-1,1 1,0 0,1 0,2 10,-3-18,0-1,0 1,1 0,-1 0,0-1,0 1,1 0,-1-1,0 1,1 0,-1-1,1 1,-1-1,1 1,-1-1,1 1,0-1,-1 1,1-1,-1 1,1-1,0 0,-1 1,1-1,0 0,0 0,-1 1,1-1,0 0,0 0,-1 0,1 0,0 0,0 0,-1 0,1 0,0-1,0 1,-1 0,1 0,0 0,-1-1,1 1,0 0,-1-1,1 1,0-1,-1 1,1-1,-1 1,1-1,-1 1,1-1,-1 0,1 0,32-38,-30 35,9-12,0-1,-1-1,-1 0,-1 0,0-1,10-36,-16 41,-4 16,-10 28,0-2,10-26,-1 1,1 0,-1-1,0 1,0-1,0 1,0-1,0 0,-5 3,-6 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0T11:42:18.58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969AA-9789-4E2E-A1CE-BACFC62D59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B50876D-D5B1-4EE5-8A79-C4D27CC089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7FA4E00-CD20-467B-8994-697101ACCDA4}"/>
              </a:ext>
            </a:extLst>
          </p:cNvPr>
          <p:cNvSpPr>
            <a:spLocks noGrp="1"/>
          </p:cNvSpPr>
          <p:nvPr>
            <p:ph type="dt" sz="half" idx="10"/>
          </p:nvPr>
        </p:nvSpPr>
        <p:spPr/>
        <p:txBody>
          <a:bodyPr/>
          <a:lstStyle/>
          <a:p>
            <a:fld id="{03C1A0E1-1193-4243-A79A-EFA4F6B3219D}" type="datetimeFigureOut">
              <a:rPr lang="en-GB" smtClean="0"/>
              <a:t>12/03/2026</a:t>
            </a:fld>
            <a:endParaRPr lang="en-GB"/>
          </a:p>
        </p:txBody>
      </p:sp>
      <p:sp>
        <p:nvSpPr>
          <p:cNvPr id="5" name="Footer Placeholder 4">
            <a:extLst>
              <a:ext uri="{FF2B5EF4-FFF2-40B4-BE49-F238E27FC236}">
                <a16:creationId xmlns:a16="http://schemas.microsoft.com/office/drawing/2014/main" id="{A0B5C316-43B5-4BEA-B9A9-44CCA333655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1C05D52-286C-4F63-BE0C-2A6A8EA2607C}"/>
              </a:ext>
            </a:extLst>
          </p:cNvPr>
          <p:cNvSpPr>
            <a:spLocks noGrp="1"/>
          </p:cNvSpPr>
          <p:nvPr>
            <p:ph type="sldNum" sz="quarter" idx="12"/>
          </p:nvPr>
        </p:nvSpPr>
        <p:spPr/>
        <p:txBody>
          <a:bodyPr/>
          <a:lstStyle/>
          <a:p>
            <a:fld id="{2C01BF22-5472-4B7E-9321-0B7739EF7FCA}" type="slidenum">
              <a:rPr lang="en-GB" smtClean="0"/>
              <a:t>‹#›</a:t>
            </a:fld>
            <a:endParaRPr lang="en-GB"/>
          </a:p>
        </p:txBody>
      </p:sp>
    </p:spTree>
    <p:extLst>
      <p:ext uri="{BB962C8B-B14F-4D97-AF65-F5344CB8AC3E}">
        <p14:creationId xmlns:p14="http://schemas.microsoft.com/office/powerpoint/2010/main" val="588985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0F7E0-86DB-4FDF-A12B-06CA675B84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E16BE5C-486D-4BDA-B7C1-CA39B7B71D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DC2993-8B30-4D2E-9104-1A4DBCCD2594}"/>
              </a:ext>
            </a:extLst>
          </p:cNvPr>
          <p:cNvSpPr>
            <a:spLocks noGrp="1"/>
          </p:cNvSpPr>
          <p:nvPr>
            <p:ph type="dt" sz="half" idx="10"/>
          </p:nvPr>
        </p:nvSpPr>
        <p:spPr/>
        <p:txBody>
          <a:bodyPr/>
          <a:lstStyle/>
          <a:p>
            <a:fld id="{03C1A0E1-1193-4243-A79A-EFA4F6B3219D}" type="datetimeFigureOut">
              <a:rPr lang="en-GB" smtClean="0"/>
              <a:t>12/03/2026</a:t>
            </a:fld>
            <a:endParaRPr lang="en-GB"/>
          </a:p>
        </p:txBody>
      </p:sp>
      <p:sp>
        <p:nvSpPr>
          <p:cNvPr id="5" name="Footer Placeholder 4">
            <a:extLst>
              <a:ext uri="{FF2B5EF4-FFF2-40B4-BE49-F238E27FC236}">
                <a16:creationId xmlns:a16="http://schemas.microsoft.com/office/drawing/2014/main" id="{B9BB89FE-CBE8-4D1B-9CF4-A4A72F378D9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136F727-BDA1-4CAD-9C4B-3BC91A7F26E8}"/>
              </a:ext>
            </a:extLst>
          </p:cNvPr>
          <p:cNvSpPr>
            <a:spLocks noGrp="1"/>
          </p:cNvSpPr>
          <p:nvPr>
            <p:ph type="sldNum" sz="quarter" idx="12"/>
          </p:nvPr>
        </p:nvSpPr>
        <p:spPr/>
        <p:txBody>
          <a:bodyPr/>
          <a:lstStyle/>
          <a:p>
            <a:fld id="{2C01BF22-5472-4B7E-9321-0B7739EF7FCA}" type="slidenum">
              <a:rPr lang="en-GB" smtClean="0"/>
              <a:t>‹#›</a:t>
            </a:fld>
            <a:endParaRPr lang="en-GB"/>
          </a:p>
        </p:txBody>
      </p:sp>
    </p:spTree>
    <p:extLst>
      <p:ext uri="{BB962C8B-B14F-4D97-AF65-F5344CB8AC3E}">
        <p14:creationId xmlns:p14="http://schemas.microsoft.com/office/powerpoint/2010/main" val="2320332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A7CBB-A90F-4585-8AB5-C1F8F51DC9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BE15451-C703-4A71-893D-DE8BCA030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DAF8A3-7919-40DF-98E6-37BB46DFB51C}"/>
              </a:ext>
            </a:extLst>
          </p:cNvPr>
          <p:cNvSpPr>
            <a:spLocks noGrp="1"/>
          </p:cNvSpPr>
          <p:nvPr>
            <p:ph type="dt" sz="half" idx="10"/>
          </p:nvPr>
        </p:nvSpPr>
        <p:spPr/>
        <p:txBody>
          <a:bodyPr/>
          <a:lstStyle/>
          <a:p>
            <a:fld id="{03C1A0E1-1193-4243-A79A-EFA4F6B3219D}" type="datetimeFigureOut">
              <a:rPr lang="en-GB" smtClean="0"/>
              <a:t>12/03/2026</a:t>
            </a:fld>
            <a:endParaRPr lang="en-GB"/>
          </a:p>
        </p:txBody>
      </p:sp>
      <p:sp>
        <p:nvSpPr>
          <p:cNvPr id="5" name="Footer Placeholder 4">
            <a:extLst>
              <a:ext uri="{FF2B5EF4-FFF2-40B4-BE49-F238E27FC236}">
                <a16:creationId xmlns:a16="http://schemas.microsoft.com/office/drawing/2014/main" id="{DC8C57E0-63E8-4CEB-8E36-539C965A5CD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5E6D769-CF32-481F-92C4-D8E9FB676ED6}"/>
              </a:ext>
            </a:extLst>
          </p:cNvPr>
          <p:cNvSpPr>
            <a:spLocks noGrp="1"/>
          </p:cNvSpPr>
          <p:nvPr>
            <p:ph type="sldNum" sz="quarter" idx="12"/>
          </p:nvPr>
        </p:nvSpPr>
        <p:spPr/>
        <p:txBody>
          <a:bodyPr/>
          <a:lstStyle/>
          <a:p>
            <a:fld id="{2C01BF22-5472-4B7E-9321-0B7739EF7FCA}" type="slidenum">
              <a:rPr lang="en-GB" smtClean="0"/>
              <a:t>‹#›</a:t>
            </a:fld>
            <a:endParaRPr lang="en-GB"/>
          </a:p>
        </p:txBody>
      </p:sp>
    </p:spTree>
    <p:extLst>
      <p:ext uri="{BB962C8B-B14F-4D97-AF65-F5344CB8AC3E}">
        <p14:creationId xmlns:p14="http://schemas.microsoft.com/office/powerpoint/2010/main" val="3844744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6AF0E-3501-460C-8DFA-752FA6ABE9E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56C3A02-85A9-473A-AE4C-05E0CB0292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53226A2-018F-449A-9EA4-1A8F6588B9D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A448E20-6A46-4D57-AE7C-3E5B8B3DAA1D}"/>
              </a:ext>
            </a:extLst>
          </p:cNvPr>
          <p:cNvSpPr>
            <a:spLocks noGrp="1"/>
          </p:cNvSpPr>
          <p:nvPr>
            <p:ph type="dt" sz="half" idx="10"/>
          </p:nvPr>
        </p:nvSpPr>
        <p:spPr/>
        <p:txBody>
          <a:bodyPr/>
          <a:lstStyle/>
          <a:p>
            <a:fld id="{03C1A0E1-1193-4243-A79A-EFA4F6B3219D}" type="datetimeFigureOut">
              <a:rPr lang="en-GB" smtClean="0"/>
              <a:t>12/03/2026</a:t>
            </a:fld>
            <a:endParaRPr lang="en-GB"/>
          </a:p>
        </p:txBody>
      </p:sp>
      <p:sp>
        <p:nvSpPr>
          <p:cNvPr id="6" name="Footer Placeholder 5">
            <a:extLst>
              <a:ext uri="{FF2B5EF4-FFF2-40B4-BE49-F238E27FC236}">
                <a16:creationId xmlns:a16="http://schemas.microsoft.com/office/drawing/2014/main" id="{B05BF3D3-350D-4CDF-A7CD-41DD0DFED3D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792AE74-1EDD-4015-8FD4-046A0657CF3C}"/>
              </a:ext>
            </a:extLst>
          </p:cNvPr>
          <p:cNvSpPr>
            <a:spLocks noGrp="1"/>
          </p:cNvSpPr>
          <p:nvPr>
            <p:ph type="sldNum" sz="quarter" idx="12"/>
          </p:nvPr>
        </p:nvSpPr>
        <p:spPr/>
        <p:txBody>
          <a:bodyPr/>
          <a:lstStyle/>
          <a:p>
            <a:fld id="{2C01BF22-5472-4B7E-9321-0B7739EF7FCA}" type="slidenum">
              <a:rPr lang="en-GB" smtClean="0"/>
              <a:t>‹#›</a:t>
            </a:fld>
            <a:endParaRPr lang="en-GB"/>
          </a:p>
        </p:txBody>
      </p:sp>
    </p:spTree>
    <p:extLst>
      <p:ext uri="{BB962C8B-B14F-4D97-AF65-F5344CB8AC3E}">
        <p14:creationId xmlns:p14="http://schemas.microsoft.com/office/powerpoint/2010/main" val="3583125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C760B-A71C-471B-9AFC-BE2781745D1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3D3D367-52D4-4F9C-9CDE-AB1985322A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A2BBE4-F078-4F1A-803C-AAD19B2162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6ECC498-1555-4ED0-9FE4-0F1B79551E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615FF2-2A1B-4504-80E9-63887E6C81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FCE45C7-2B5E-45E2-99E2-A38B0E8CBE91}"/>
              </a:ext>
            </a:extLst>
          </p:cNvPr>
          <p:cNvSpPr>
            <a:spLocks noGrp="1"/>
          </p:cNvSpPr>
          <p:nvPr>
            <p:ph type="dt" sz="half" idx="10"/>
          </p:nvPr>
        </p:nvSpPr>
        <p:spPr/>
        <p:txBody>
          <a:bodyPr/>
          <a:lstStyle/>
          <a:p>
            <a:fld id="{03C1A0E1-1193-4243-A79A-EFA4F6B3219D}" type="datetimeFigureOut">
              <a:rPr lang="en-GB" smtClean="0"/>
              <a:t>12/03/2026</a:t>
            </a:fld>
            <a:endParaRPr lang="en-GB"/>
          </a:p>
        </p:txBody>
      </p:sp>
      <p:sp>
        <p:nvSpPr>
          <p:cNvPr id="8" name="Footer Placeholder 7">
            <a:extLst>
              <a:ext uri="{FF2B5EF4-FFF2-40B4-BE49-F238E27FC236}">
                <a16:creationId xmlns:a16="http://schemas.microsoft.com/office/drawing/2014/main" id="{51BB6382-AC93-4FF4-9B31-6A8ECF94B10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BE02E89-5859-4555-A978-FA4E08211CA7}"/>
              </a:ext>
            </a:extLst>
          </p:cNvPr>
          <p:cNvSpPr>
            <a:spLocks noGrp="1"/>
          </p:cNvSpPr>
          <p:nvPr>
            <p:ph type="sldNum" sz="quarter" idx="12"/>
          </p:nvPr>
        </p:nvSpPr>
        <p:spPr/>
        <p:txBody>
          <a:bodyPr/>
          <a:lstStyle/>
          <a:p>
            <a:fld id="{2C01BF22-5472-4B7E-9321-0B7739EF7FCA}" type="slidenum">
              <a:rPr lang="en-GB" smtClean="0"/>
              <a:t>‹#›</a:t>
            </a:fld>
            <a:endParaRPr lang="en-GB"/>
          </a:p>
        </p:txBody>
      </p:sp>
    </p:spTree>
    <p:extLst>
      <p:ext uri="{BB962C8B-B14F-4D97-AF65-F5344CB8AC3E}">
        <p14:creationId xmlns:p14="http://schemas.microsoft.com/office/powerpoint/2010/main" val="2188548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3B4B5-2D36-45B6-B635-954869E13DC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190BB6B-E784-41DA-8046-142C95234BA7}"/>
              </a:ext>
            </a:extLst>
          </p:cNvPr>
          <p:cNvSpPr>
            <a:spLocks noGrp="1"/>
          </p:cNvSpPr>
          <p:nvPr>
            <p:ph type="dt" sz="half" idx="10"/>
          </p:nvPr>
        </p:nvSpPr>
        <p:spPr/>
        <p:txBody>
          <a:bodyPr/>
          <a:lstStyle/>
          <a:p>
            <a:fld id="{03C1A0E1-1193-4243-A79A-EFA4F6B3219D}" type="datetimeFigureOut">
              <a:rPr lang="en-GB" smtClean="0"/>
              <a:t>12/03/2026</a:t>
            </a:fld>
            <a:endParaRPr lang="en-GB"/>
          </a:p>
        </p:txBody>
      </p:sp>
      <p:sp>
        <p:nvSpPr>
          <p:cNvPr id="4" name="Footer Placeholder 3">
            <a:extLst>
              <a:ext uri="{FF2B5EF4-FFF2-40B4-BE49-F238E27FC236}">
                <a16:creationId xmlns:a16="http://schemas.microsoft.com/office/drawing/2014/main" id="{EF9603D8-B699-459B-80D4-6C441CDF817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CD922F6-B3C5-46B4-BC15-BF87D97BDAD1}"/>
              </a:ext>
            </a:extLst>
          </p:cNvPr>
          <p:cNvSpPr>
            <a:spLocks noGrp="1"/>
          </p:cNvSpPr>
          <p:nvPr>
            <p:ph type="sldNum" sz="quarter" idx="12"/>
          </p:nvPr>
        </p:nvSpPr>
        <p:spPr/>
        <p:txBody>
          <a:bodyPr/>
          <a:lstStyle/>
          <a:p>
            <a:fld id="{2C01BF22-5472-4B7E-9321-0B7739EF7FCA}" type="slidenum">
              <a:rPr lang="en-GB" smtClean="0"/>
              <a:t>‹#›</a:t>
            </a:fld>
            <a:endParaRPr lang="en-GB"/>
          </a:p>
        </p:txBody>
      </p:sp>
    </p:spTree>
    <p:extLst>
      <p:ext uri="{BB962C8B-B14F-4D97-AF65-F5344CB8AC3E}">
        <p14:creationId xmlns:p14="http://schemas.microsoft.com/office/powerpoint/2010/main" val="1806074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C43DA5-926A-43BD-BB7E-746D20D068B1}"/>
              </a:ext>
            </a:extLst>
          </p:cNvPr>
          <p:cNvSpPr>
            <a:spLocks noGrp="1"/>
          </p:cNvSpPr>
          <p:nvPr>
            <p:ph type="dt" sz="half" idx="10"/>
          </p:nvPr>
        </p:nvSpPr>
        <p:spPr/>
        <p:txBody>
          <a:bodyPr/>
          <a:lstStyle/>
          <a:p>
            <a:fld id="{03C1A0E1-1193-4243-A79A-EFA4F6B3219D}" type="datetimeFigureOut">
              <a:rPr lang="en-GB" smtClean="0"/>
              <a:t>12/03/2026</a:t>
            </a:fld>
            <a:endParaRPr lang="en-GB"/>
          </a:p>
        </p:txBody>
      </p:sp>
      <p:sp>
        <p:nvSpPr>
          <p:cNvPr id="3" name="Footer Placeholder 2">
            <a:extLst>
              <a:ext uri="{FF2B5EF4-FFF2-40B4-BE49-F238E27FC236}">
                <a16:creationId xmlns:a16="http://schemas.microsoft.com/office/drawing/2014/main" id="{8CB44808-FF88-4952-A812-33AD5F16C63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0D2F7F9-8CD8-4B4A-84BD-F54EA6AFD70C}"/>
              </a:ext>
            </a:extLst>
          </p:cNvPr>
          <p:cNvSpPr>
            <a:spLocks noGrp="1"/>
          </p:cNvSpPr>
          <p:nvPr>
            <p:ph type="sldNum" sz="quarter" idx="12"/>
          </p:nvPr>
        </p:nvSpPr>
        <p:spPr/>
        <p:txBody>
          <a:bodyPr/>
          <a:lstStyle/>
          <a:p>
            <a:fld id="{2C01BF22-5472-4B7E-9321-0B7739EF7FCA}" type="slidenum">
              <a:rPr lang="en-GB" smtClean="0"/>
              <a:t>‹#›</a:t>
            </a:fld>
            <a:endParaRPr lang="en-GB"/>
          </a:p>
        </p:txBody>
      </p:sp>
    </p:spTree>
    <p:extLst>
      <p:ext uri="{BB962C8B-B14F-4D97-AF65-F5344CB8AC3E}">
        <p14:creationId xmlns:p14="http://schemas.microsoft.com/office/powerpoint/2010/main" val="1593551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76EC5-6030-46C6-8759-31960317DF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C483F50-A2F8-4CE8-A629-A60E3CFD70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50DA186-6751-4085-92B7-860181BC4E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50D6AD-FF0A-4A3E-8DF0-B6F136E908AA}"/>
              </a:ext>
            </a:extLst>
          </p:cNvPr>
          <p:cNvSpPr>
            <a:spLocks noGrp="1"/>
          </p:cNvSpPr>
          <p:nvPr>
            <p:ph type="dt" sz="half" idx="10"/>
          </p:nvPr>
        </p:nvSpPr>
        <p:spPr/>
        <p:txBody>
          <a:bodyPr/>
          <a:lstStyle/>
          <a:p>
            <a:fld id="{03C1A0E1-1193-4243-A79A-EFA4F6B3219D}" type="datetimeFigureOut">
              <a:rPr lang="en-GB" smtClean="0"/>
              <a:t>12/03/2026</a:t>
            </a:fld>
            <a:endParaRPr lang="en-GB"/>
          </a:p>
        </p:txBody>
      </p:sp>
      <p:sp>
        <p:nvSpPr>
          <p:cNvPr id="6" name="Footer Placeholder 5">
            <a:extLst>
              <a:ext uri="{FF2B5EF4-FFF2-40B4-BE49-F238E27FC236}">
                <a16:creationId xmlns:a16="http://schemas.microsoft.com/office/drawing/2014/main" id="{74AA119C-53A8-482E-81A0-196D29E2F29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7B1ED3A-A36D-4B2C-8D5A-6AEAA735EF30}"/>
              </a:ext>
            </a:extLst>
          </p:cNvPr>
          <p:cNvSpPr>
            <a:spLocks noGrp="1"/>
          </p:cNvSpPr>
          <p:nvPr>
            <p:ph type="sldNum" sz="quarter" idx="12"/>
          </p:nvPr>
        </p:nvSpPr>
        <p:spPr/>
        <p:txBody>
          <a:bodyPr/>
          <a:lstStyle/>
          <a:p>
            <a:fld id="{2C01BF22-5472-4B7E-9321-0B7739EF7FCA}" type="slidenum">
              <a:rPr lang="en-GB" smtClean="0"/>
              <a:t>‹#›</a:t>
            </a:fld>
            <a:endParaRPr lang="en-GB"/>
          </a:p>
        </p:txBody>
      </p:sp>
    </p:spTree>
    <p:extLst>
      <p:ext uri="{BB962C8B-B14F-4D97-AF65-F5344CB8AC3E}">
        <p14:creationId xmlns:p14="http://schemas.microsoft.com/office/powerpoint/2010/main" val="2732142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C3A0E-6F3F-4AB1-8062-4393E660CA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CD39D54-B83B-4BD2-93F7-9C9E499D4A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4585BDA-5E4E-404F-8AB1-5A40EDCB2F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BF4B93-5A5B-4670-BE36-0BAA2984D2FA}"/>
              </a:ext>
            </a:extLst>
          </p:cNvPr>
          <p:cNvSpPr>
            <a:spLocks noGrp="1"/>
          </p:cNvSpPr>
          <p:nvPr>
            <p:ph type="dt" sz="half" idx="10"/>
          </p:nvPr>
        </p:nvSpPr>
        <p:spPr/>
        <p:txBody>
          <a:bodyPr/>
          <a:lstStyle/>
          <a:p>
            <a:fld id="{03C1A0E1-1193-4243-A79A-EFA4F6B3219D}" type="datetimeFigureOut">
              <a:rPr lang="en-GB" smtClean="0"/>
              <a:t>12/03/2026</a:t>
            </a:fld>
            <a:endParaRPr lang="en-GB"/>
          </a:p>
        </p:txBody>
      </p:sp>
      <p:sp>
        <p:nvSpPr>
          <p:cNvPr id="6" name="Footer Placeholder 5">
            <a:extLst>
              <a:ext uri="{FF2B5EF4-FFF2-40B4-BE49-F238E27FC236}">
                <a16:creationId xmlns:a16="http://schemas.microsoft.com/office/drawing/2014/main" id="{1A093C61-95AD-4572-83F7-6F52934B032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DE430B9-4207-4424-9339-502EB01C14EB}"/>
              </a:ext>
            </a:extLst>
          </p:cNvPr>
          <p:cNvSpPr>
            <a:spLocks noGrp="1"/>
          </p:cNvSpPr>
          <p:nvPr>
            <p:ph type="sldNum" sz="quarter" idx="12"/>
          </p:nvPr>
        </p:nvSpPr>
        <p:spPr/>
        <p:txBody>
          <a:bodyPr/>
          <a:lstStyle/>
          <a:p>
            <a:fld id="{2C01BF22-5472-4B7E-9321-0B7739EF7FCA}" type="slidenum">
              <a:rPr lang="en-GB" smtClean="0"/>
              <a:t>‹#›</a:t>
            </a:fld>
            <a:endParaRPr lang="en-GB"/>
          </a:p>
        </p:txBody>
      </p:sp>
    </p:spTree>
    <p:extLst>
      <p:ext uri="{BB962C8B-B14F-4D97-AF65-F5344CB8AC3E}">
        <p14:creationId xmlns:p14="http://schemas.microsoft.com/office/powerpoint/2010/main" val="1955254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675AE-C9E6-42C0-9079-360D7A4BD04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A49CBD7-BEBA-4B87-8B70-316D4A9182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D005C1A-6262-46D0-A351-D1E821682A4C}"/>
              </a:ext>
            </a:extLst>
          </p:cNvPr>
          <p:cNvSpPr>
            <a:spLocks noGrp="1"/>
          </p:cNvSpPr>
          <p:nvPr>
            <p:ph type="dt" sz="half" idx="10"/>
          </p:nvPr>
        </p:nvSpPr>
        <p:spPr/>
        <p:txBody>
          <a:bodyPr/>
          <a:lstStyle/>
          <a:p>
            <a:fld id="{03C1A0E1-1193-4243-A79A-EFA4F6B3219D}" type="datetimeFigureOut">
              <a:rPr lang="en-GB" smtClean="0"/>
              <a:t>12/03/2026</a:t>
            </a:fld>
            <a:endParaRPr lang="en-GB"/>
          </a:p>
        </p:txBody>
      </p:sp>
      <p:sp>
        <p:nvSpPr>
          <p:cNvPr id="5" name="Footer Placeholder 4">
            <a:extLst>
              <a:ext uri="{FF2B5EF4-FFF2-40B4-BE49-F238E27FC236}">
                <a16:creationId xmlns:a16="http://schemas.microsoft.com/office/drawing/2014/main" id="{F1E27F9F-AB2E-45F1-9B40-73C87EF3801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85832D3-1276-4252-9E99-6E9AC3C36E43}"/>
              </a:ext>
            </a:extLst>
          </p:cNvPr>
          <p:cNvSpPr>
            <a:spLocks noGrp="1"/>
          </p:cNvSpPr>
          <p:nvPr>
            <p:ph type="sldNum" sz="quarter" idx="12"/>
          </p:nvPr>
        </p:nvSpPr>
        <p:spPr/>
        <p:txBody>
          <a:bodyPr/>
          <a:lstStyle/>
          <a:p>
            <a:fld id="{2C01BF22-5472-4B7E-9321-0B7739EF7FCA}" type="slidenum">
              <a:rPr lang="en-GB" smtClean="0"/>
              <a:t>‹#›</a:t>
            </a:fld>
            <a:endParaRPr lang="en-GB"/>
          </a:p>
        </p:txBody>
      </p:sp>
    </p:spTree>
    <p:extLst>
      <p:ext uri="{BB962C8B-B14F-4D97-AF65-F5344CB8AC3E}">
        <p14:creationId xmlns:p14="http://schemas.microsoft.com/office/powerpoint/2010/main" val="3815756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967A8F-AE89-41B7-843A-C42893033F7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D2E233E-0465-4DC1-A619-588957A5AE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4C314B4-CE74-4CB7-9D04-9D9924A91B26}"/>
              </a:ext>
            </a:extLst>
          </p:cNvPr>
          <p:cNvSpPr>
            <a:spLocks noGrp="1"/>
          </p:cNvSpPr>
          <p:nvPr>
            <p:ph type="dt" sz="half" idx="10"/>
          </p:nvPr>
        </p:nvSpPr>
        <p:spPr/>
        <p:txBody>
          <a:bodyPr/>
          <a:lstStyle/>
          <a:p>
            <a:fld id="{03C1A0E1-1193-4243-A79A-EFA4F6B3219D}" type="datetimeFigureOut">
              <a:rPr lang="en-GB" smtClean="0"/>
              <a:t>12/03/2026</a:t>
            </a:fld>
            <a:endParaRPr lang="en-GB"/>
          </a:p>
        </p:txBody>
      </p:sp>
      <p:sp>
        <p:nvSpPr>
          <p:cNvPr id="5" name="Footer Placeholder 4">
            <a:extLst>
              <a:ext uri="{FF2B5EF4-FFF2-40B4-BE49-F238E27FC236}">
                <a16:creationId xmlns:a16="http://schemas.microsoft.com/office/drawing/2014/main" id="{40E472E6-3D4A-43C5-8DB2-C913C8666E5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D38ACDD-5C60-44E0-9EAF-13303EE32727}"/>
              </a:ext>
            </a:extLst>
          </p:cNvPr>
          <p:cNvSpPr>
            <a:spLocks noGrp="1"/>
          </p:cNvSpPr>
          <p:nvPr>
            <p:ph type="sldNum" sz="quarter" idx="12"/>
          </p:nvPr>
        </p:nvSpPr>
        <p:spPr/>
        <p:txBody>
          <a:bodyPr/>
          <a:lstStyle/>
          <a:p>
            <a:fld id="{2C01BF22-5472-4B7E-9321-0B7739EF7FCA}" type="slidenum">
              <a:rPr lang="en-GB" smtClean="0"/>
              <a:t>‹#›</a:t>
            </a:fld>
            <a:endParaRPr lang="en-GB"/>
          </a:p>
        </p:txBody>
      </p:sp>
    </p:spTree>
    <p:extLst>
      <p:ext uri="{BB962C8B-B14F-4D97-AF65-F5344CB8AC3E}">
        <p14:creationId xmlns:p14="http://schemas.microsoft.com/office/powerpoint/2010/main" val="3458720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1D15DE-9184-4FCD-82E2-AA051CEDA4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BB1D96B-654F-48F9-86AD-416CA498B9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62F441D-D50F-488D-8E24-0C34FBE8C6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C1A0E1-1193-4243-A79A-EFA4F6B3219D}" type="datetimeFigureOut">
              <a:rPr lang="en-GB" smtClean="0"/>
              <a:t>12/03/2026</a:t>
            </a:fld>
            <a:endParaRPr lang="en-GB"/>
          </a:p>
        </p:txBody>
      </p:sp>
      <p:sp>
        <p:nvSpPr>
          <p:cNvPr id="5" name="Footer Placeholder 4">
            <a:extLst>
              <a:ext uri="{FF2B5EF4-FFF2-40B4-BE49-F238E27FC236}">
                <a16:creationId xmlns:a16="http://schemas.microsoft.com/office/drawing/2014/main" id="{70DBFD37-4C77-47A9-8818-AB015B18E8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D3D8951-EA04-4F9B-A9E1-2ACC626097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01BF22-5472-4B7E-9321-0B7739EF7FCA}" type="slidenum">
              <a:rPr lang="en-GB" smtClean="0"/>
              <a:t>‹#›</a:t>
            </a:fld>
            <a:endParaRPr lang="en-GB"/>
          </a:p>
        </p:txBody>
      </p:sp>
    </p:spTree>
    <p:extLst>
      <p:ext uri="{BB962C8B-B14F-4D97-AF65-F5344CB8AC3E}">
        <p14:creationId xmlns:p14="http://schemas.microsoft.com/office/powerpoint/2010/main" val="18381308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image" Target="../media/image2.png"/><Relationship Id="rId10" Type="http://schemas.openxmlformats.org/officeDocument/2006/relationships/image" Target="../media/image4.png"/><Relationship Id="rId4" Type="http://schemas.openxmlformats.org/officeDocument/2006/relationships/customXml" Target="../ink/ink2.xml"/><Relationship Id="rId9" Type="http://schemas.openxmlformats.org/officeDocument/2006/relationships/customXml" Target="../ink/ink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7F894B-FE90-42F9-B06C-949E10DAAFAB}"/>
              </a:ext>
            </a:extLst>
          </p:cNvPr>
          <p:cNvSpPr/>
          <p:nvPr/>
        </p:nvSpPr>
        <p:spPr>
          <a:xfrm>
            <a:off x="0" y="0"/>
            <a:ext cx="12192000" cy="685800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4C1C18B1-3678-475D-BFE3-41722CD90523}"/>
              </a:ext>
            </a:extLst>
          </p:cNvPr>
          <p:cNvSpPr>
            <a:spLocks noGrp="1"/>
          </p:cNvSpPr>
          <p:nvPr>
            <p:ph type="ctrTitle"/>
          </p:nvPr>
        </p:nvSpPr>
        <p:spPr>
          <a:xfrm>
            <a:off x="1524000" y="292630"/>
            <a:ext cx="9144000" cy="1078970"/>
          </a:xfrm>
        </p:spPr>
        <p:txBody>
          <a:bodyPr/>
          <a:lstStyle/>
          <a:p>
            <a:r>
              <a:rPr lang="en-GB" dirty="0"/>
              <a:t>Decorators</a:t>
            </a:r>
          </a:p>
        </p:txBody>
      </p:sp>
      <p:sp>
        <p:nvSpPr>
          <p:cNvPr id="3" name="Subtitle 2">
            <a:extLst>
              <a:ext uri="{FF2B5EF4-FFF2-40B4-BE49-F238E27FC236}">
                <a16:creationId xmlns:a16="http://schemas.microsoft.com/office/drawing/2014/main" id="{14805C7D-7C4A-4BA0-BE56-5F5FAF7E9051}"/>
              </a:ext>
            </a:extLst>
          </p:cNvPr>
          <p:cNvSpPr>
            <a:spLocks noGrp="1"/>
          </p:cNvSpPr>
          <p:nvPr>
            <p:ph type="subTitle" idx="1"/>
          </p:nvPr>
        </p:nvSpPr>
        <p:spPr>
          <a:xfrm>
            <a:off x="1524000" y="1371600"/>
            <a:ext cx="9144000" cy="1159933"/>
          </a:xfrm>
        </p:spPr>
        <p:txBody>
          <a:bodyPr/>
          <a:lstStyle/>
          <a:p>
            <a:r>
              <a:rPr lang="en-GB" dirty="0"/>
              <a:t>&amp;</a:t>
            </a:r>
          </a:p>
          <a:p>
            <a:r>
              <a:rPr lang="en-GB" dirty="0"/>
              <a:t>What they are used for!</a:t>
            </a:r>
          </a:p>
        </p:txBody>
      </p:sp>
      <p:sp>
        <p:nvSpPr>
          <p:cNvPr id="5" name="Oval 4">
            <a:extLst>
              <a:ext uri="{FF2B5EF4-FFF2-40B4-BE49-F238E27FC236}">
                <a16:creationId xmlns:a16="http://schemas.microsoft.com/office/drawing/2014/main" id="{9653150E-FED4-4D51-934D-4D7F8DD8DB04}"/>
              </a:ext>
            </a:extLst>
          </p:cNvPr>
          <p:cNvSpPr/>
          <p:nvPr/>
        </p:nvSpPr>
        <p:spPr>
          <a:xfrm>
            <a:off x="914400" y="3979333"/>
            <a:ext cx="1964267" cy="199813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61A4B4DA-CC54-49BE-9626-535548FA3080}"/>
                  </a:ext>
                </a:extLst>
              </p14:cNvPr>
              <p14:cNvContentPartPr/>
              <p14:nvPr/>
            </p14:nvContentPartPr>
            <p14:xfrm>
              <a:off x="1498293" y="5190187"/>
              <a:ext cx="632160" cy="246600"/>
            </p14:xfrm>
          </p:contentPart>
        </mc:Choice>
        <mc:Fallback xmlns="">
          <p:pic>
            <p:nvPicPr>
              <p:cNvPr id="6" name="Ink 5">
                <a:extLst>
                  <a:ext uri="{FF2B5EF4-FFF2-40B4-BE49-F238E27FC236}">
                    <a16:creationId xmlns:a16="http://schemas.microsoft.com/office/drawing/2014/main" id="{61A4B4DA-CC54-49BE-9626-535548FA3080}"/>
                  </a:ext>
                </a:extLst>
              </p:cNvPr>
              <p:cNvPicPr/>
              <p:nvPr/>
            </p:nvPicPr>
            <p:blipFill>
              <a:blip r:embed="rId3"/>
              <a:stretch>
                <a:fillRect/>
              </a:stretch>
            </p:blipFill>
            <p:spPr>
              <a:xfrm>
                <a:off x="1489653" y="5181187"/>
                <a:ext cx="64980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3F0D7933-41B0-4465-9D20-F1DD18F15F3D}"/>
                  </a:ext>
                </a:extLst>
              </p14:cNvPr>
              <p14:cNvContentPartPr/>
              <p14:nvPr/>
            </p14:nvContentPartPr>
            <p14:xfrm>
              <a:off x="1625373" y="4639747"/>
              <a:ext cx="360" cy="360"/>
            </p14:xfrm>
          </p:contentPart>
        </mc:Choice>
        <mc:Fallback xmlns="">
          <p:pic>
            <p:nvPicPr>
              <p:cNvPr id="7" name="Ink 6">
                <a:extLst>
                  <a:ext uri="{FF2B5EF4-FFF2-40B4-BE49-F238E27FC236}">
                    <a16:creationId xmlns:a16="http://schemas.microsoft.com/office/drawing/2014/main" id="{3F0D7933-41B0-4465-9D20-F1DD18F15F3D}"/>
                  </a:ext>
                </a:extLst>
              </p:cNvPr>
              <p:cNvPicPr/>
              <p:nvPr/>
            </p:nvPicPr>
            <p:blipFill>
              <a:blip r:embed="rId5"/>
              <a:stretch>
                <a:fillRect/>
              </a:stretch>
            </p:blipFill>
            <p:spPr>
              <a:xfrm>
                <a:off x="1616373" y="463074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8DACE9E8-9216-4375-B39A-2DC44B94C2C9}"/>
                  </a:ext>
                </a:extLst>
              </p14:cNvPr>
              <p14:cNvContentPartPr/>
              <p14:nvPr/>
            </p14:nvContentPartPr>
            <p14:xfrm>
              <a:off x="2201013" y="4715707"/>
              <a:ext cx="360" cy="360"/>
            </p14:xfrm>
          </p:contentPart>
        </mc:Choice>
        <mc:Fallback xmlns="">
          <p:pic>
            <p:nvPicPr>
              <p:cNvPr id="8" name="Ink 7">
                <a:extLst>
                  <a:ext uri="{FF2B5EF4-FFF2-40B4-BE49-F238E27FC236}">
                    <a16:creationId xmlns:a16="http://schemas.microsoft.com/office/drawing/2014/main" id="{8DACE9E8-9216-4375-B39A-2DC44B94C2C9}"/>
                  </a:ext>
                </a:extLst>
              </p:cNvPr>
              <p:cNvPicPr/>
              <p:nvPr/>
            </p:nvPicPr>
            <p:blipFill>
              <a:blip r:embed="rId5"/>
              <a:stretch>
                <a:fillRect/>
              </a:stretch>
            </p:blipFill>
            <p:spPr>
              <a:xfrm>
                <a:off x="2192373" y="470706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8F8F595F-18D1-4945-8A40-72D6C73F3717}"/>
                  </a:ext>
                </a:extLst>
              </p14:cNvPr>
              <p14:cNvContentPartPr/>
              <p14:nvPr/>
            </p14:nvContentPartPr>
            <p14:xfrm>
              <a:off x="1608453" y="4577107"/>
              <a:ext cx="125280" cy="99360"/>
            </p14:xfrm>
          </p:contentPart>
        </mc:Choice>
        <mc:Fallback xmlns="">
          <p:pic>
            <p:nvPicPr>
              <p:cNvPr id="9" name="Ink 8">
                <a:extLst>
                  <a:ext uri="{FF2B5EF4-FFF2-40B4-BE49-F238E27FC236}">
                    <a16:creationId xmlns:a16="http://schemas.microsoft.com/office/drawing/2014/main" id="{8F8F595F-18D1-4945-8A40-72D6C73F3717}"/>
                  </a:ext>
                </a:extLst>
              </p:cNvPr>
              <p:cNvPicPr/>
              <p:nvPr/>
            </p:nvPicPr>
            <p:blipFill>
              <a:blip r:embed="rId8"/>
              <a:stretch>
                <a:fillRect/>
              </a:stretch>
            </p:blipFill>
            <p:spPr>
              <a:xfrm>
                <a:off x="1599453" y="4568467"/>
                <a:ext cx="14292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8F38BD78-5A65-4A1D-A11C-3E9EBC1DB330}"/>
                  </a:ext>
                </a:extLst>
              </p14:cNvPr>
              <p14:cNvContentPartPr/>
              <p14:nvPr/>
            </p14:nvContentPartPr>
            <p14:xfrm>
              <a:off x="2168613" y="4663867"/>
              <a:ext cx="97200" cy="103320"/>
            </p14:xfrm>
          </p:contentPart>
        </mc:Choice>
        <mc:Fallback xmlns="">
          <p:pic>
            <p:nvPicPr>
              <p:cNvPr id="10" name="Ink 9">
                <a:extLst>
                  <a:ext uri="{FF2B5EF4-FFF2-40B4-BE49-F238E27FC236}">
                    <a16:creationId xmlns:a16="http://schemas.microsoft.com/office/drawing/2014/main" id="{8F38BD78-5A65-4A1D-A11C-3E9EBC1DB330}"/>
                  </a:ext>
                </a:extLst>
              </p:cNvPr>
              <p:cNvPicPr/>
              <p:nvPr/>
            </p:nvPicPr>
            <p:blipFill>
              <a:blip r:embed="rId10"/>
              <a:stretch>
                <a:fillRect/>
              </a:stretch>
            </p:blipFill>
            <p:spPr>
              <a:xfrm>
                <a:off x="2159613" y="4655227"/>
                <a:ext cx="114840" cy="120960"/>
              </a:xfrm>
              <a:prstGeom prst="rect">
                <a:avLst/>
              </a:prstGeom>
            </p:spPr>
          </p:pic>
        </mc:Fallback>
      </mc:AlternateContent>
    </p:spTree>
    <p:extLst>
      <p:ext uri="{BB962C8B-B14F-4D97-AF65-F5344CB8AC3E}">
        <p14:creationId xmlns:p14="http://schemas.microsoft.com/office/powerpoint/2010/main" val="3853431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13B3CBB-515C-437D-B336-793565308E27}"/>
              </a:ext>
            </a:extLst>
          </p:cNvPr>
          <p:cNvSpPr/>
          <p:nvPr/>
        </p:nvSpPr>
        <p:spPr>
          <a:xfrm>
            <a:off x="0" y="6348"/>
            <a:ext cx="12180963" cy="6851652"/>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40085D25-0F46-4DFB-AD12-CD12D34FD2F6}"/>
              </a:ext>
            </a:extLst>
          </p:cNvPr>
          <p:cNvSpPr>
            <a:spLocks noGrp="1"/>
          </p:cNvSpPr>
          <p:nvPr>
            <p:ph type="title"/>
          </p:nvPr>
        </p:nvSpPr>
        <p:spPr/>
        <p:txBody>
          <a:bodyPr>
            <a:normAutofit/>
          </a:bodyPr>
          <a:lstStyle/>
          <a:p>
            <a:r>
              <a:rPr lang="en-GB" sz="6600" dirty="0"/>
              <a:t>WHAT is a Decorator??</a:t>
            </a:r>
          </a:p>
        </p:txBody>
      </p:sp>
      <p:sp>
        <p:nvSpPr>
          <p:cNvPr id="3" name="Content Placeholder 2">
            <a:extLst>
              <a:ext uri="{FF2B5EF4-FFF2-40B4-BE49-F238E27FC236}">
                <a16:creationId xmlns:a16="http://schemas.microsoft.com/office/drawing/2014/main" id="{A7002A6F-F93D-4C2E-BCC7-3371985013D3}"/>
              </a:ext>
            </a:extLst>
          </p:cNvPr>
          <p:cNvSpPr>
            <a:spLocks noGrp="1"/>
          </p:cNvSpPr>
          <p:nvPr>
            <p:ph idx="1"/>
          </p:nvPr>
        </p:nvSpPr>
        <p:spPr>
          <a:xfrm>
            <a:off x="838199" y="1825625"/>
            <a:ext cx="10684933" cy="3652428"/>
          </a:xfrm>
        </p:spPr>
        <p:txBody>
          <a:bodyPr>
            <a:noAutofit/>
          </a:bodyPr>
          <a:lstStyle/>
          <a:p>
            <a:pPr marL="0" indent="0">
              <a:buNone/>
            </a:pPr>
            <a:r>
              <a:rPr lang="en-GB" sz="4400" dirty="0"/>
              <a:t>A decorator is a type of pattern called a structural pattern, We use it so that we can give new behaviour to a object in a dynamic way, these objects are called special wrapper objects or “decorators”.</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07F9FA8A-395D-48B2-BA99-A917779E5D7B}"/>
                  </a:ext>
                </a:extLst>
              </p14:cNvPr>
              <p14:cNvContentPartPr/>
              <p14:nvPr/>
            </p14:nvContentPartPr>
            <p14:xfrm>
              <a:off x="2599173" y="1379947"/>
              <a:ext cx="360" cy="360"/>
            </p14:xfrm>
          </p:contentPart>
        </mc:Choice>
        <mc:Fallback xmlns="">
          <p:pic>
            <p:nvPicPr>
              <p:cNvPr id="4" name="Ink 3">
                <a:extLst>
                  <a:ext uri="{FF2B5EF4-FFF2-40B4-BE49-F238E27FC236}">
                    <a16:creationId xmlns:a16="http://schemas.microsoft.com/office/drawing/2014/main" id="{07F9FA8A-395D-48B2-BA99-A917779E5D7B}"/>
                  </a:ext>
                </a:extLst>
              </p:cNvPr>
              <p:cNvPicPr/>
              <p:nvPr/>
            </p:nvPicPr>
            <p:blipFill>
              <a:blip r:embed="rId3"/>
              <a:stretch>
                <a:fillRect/>
              </a:stretch>
            </p:blipFill>
            <p:spPr>
              <a:xfrm>
                <a:off x="2590173" y="1370947"/>
                <a:ext cx="18000" cy="18000"/>
              </a:xfrm>
              <a:prstGeom prst="rect">
                <a:avLst/>
              </a:prstGeom>
            </p:spPr>
          </p:pic>
        </mc:Fallback>
      </mc:AlternateContent>
    </p:spTree>
    <p:extLst>
      <p:ext uri="{BB962C8B-B14F-4D97-AF65-F5344CB8AC3E}">
        <p14:creationId xmlns:p14="http://schemas.microsoft.com/office/powerpoint/2010/main" val="3582631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337F7-CA7D-4EE8-88F9-2C222D68E9B9}"/>
              </a:ext>
            </a:extLst>
          </p:cNvPr>
          <p:cNvSpPr/>
          <p:nvPr/>
        </p:nvSpPr>
        <p:spPr>
          <a:xfrm>
            <a:off x="0" y="0"/>
            <a:ext cx="12192000" cy="685800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64C0B106-3C0F-4FEE-BE82-519EA2330A0D}"/>
              </a:ext>
            </a:extLst>
          </p:cNvPr>
          <p:cNvSpPr txBox="1"/>
          <p:nvPr/>
        </p:nvSpPr>
        <p:spPr>
          <a:xfrm>
            <a:off x="254000" y="1084741"/>
            <a:ext cx="11514667" cy="2831544"/>
          </a:xfrm>
          <a:prstGeom prst="rect">
            <a:avLst/>
          </a:prstGeom>
          <a:noFill/>
        </p:spPr>
        <p:txBody>
          <a:bodyPr wrap="square" lIns="91440" tIns="45720" rIns="91440" bIns="45720" rtlCol="0" anchor="t">
            <a:spAutoFit/>
          </a:bodyPr>
          <a:lstStyle/>
          <a:p>
            <a:r>
              <a:rPr lang="en-GB" sz="4000" dirty="0"/>
              <a:t>You can also wrap  a object any number of times because both the object and decorator follow the same interface which will result in a stacking behave with all the wrappers.</a:t>
            </a:r>
          </a:p>
          <a:p>
            <a:endParaRPr lang="en-GB" dirty="0"/>
          </a:p>
        </p:txBody>
      </p:sp>
      <p:pic>
        <p:nvPicPr>
          <p:cNvPr id="2052" name="Picture 4" descr="red gift box PNG transparent image download, size: 558x600px">
            <a:extLst>
              <a:ext uri="{FF2B5EF4-FFF2-40B4-BE49-F238E27FC236}">
                <a16:creationId xmlns:a16="http://schemas.microsoft.com/office/drawing/2014/main" id="{518DB932-683A-4E73-8039-3C6DB1980B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1859" y="3636003"/>
            <a:ext cx="2538942" cy="2730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863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03561D8-C720-4C84-8A3F-7A167029C955}"/>
              </a:ext>
            </a:extLst>
          </p:cNvPr>
          <p:cNvSpPr/>
          <p:nvPr/>
        </p:nvSpPr>
        <p:spPr>
          <a:xfrm>
            <a:off x="0" y="0"/>
            <a:ext cx="12192000" cy="685800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GB"/>
          </a:p>
        </p:txBody>
      </p:sp>
      <p:pic>
        <p:nvPicPr>
          <p:cNvPr id="6" name="Picture 2" descr="Inside a giant jaw breaker">
            <a:extLst>
              <a:ext uri="{FF2B5EF4-FFF2-40B4-BE49-F238E27FC236}">
                <a16:creationId xmlns:a16="http://schemas.microsoft.com/office/drawing/2014/main" id="{6E7C61C7-11CE-46C3-B74D-1162793528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040" y="1335352"/>
            <a:ext cx="4664427" cy="349832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8C379CF-484E-47F5-8247-5C7EE9C5A266}"/>
              </a:ext>
            </a:extLst>
          </p:cNvPr>
          <p:cNvSpPr txBox="1"/>
          <p:nvPr/>
        </p:nvSpPr>
        <p:spPr>
          <a:xfrm>
            <a:off x="4995333" y="1191686"/>
            <a:ext cx="7035801" cy="3785652"/>
          </a:xfrm>
          <a:prstGeom prst="rect">
            <a:avLst/>
          </a:prstGeom>
          <a:noFill/>
        </p:spPr>
        <p:txBody>
          <a:bodyPr wrap="square" rtlCol="0">
            <a:spAutoFit/>
          </a:bodyPr>
          <a:lstStyle/>
          <a:p>
            <a:r>
              <a:rPr lang="en-GB" sz="4000" dirty="0"/>
              <a:t>Its kind of like a jawbreaker, at the centre is the core functionality that will never change, but It tastes different because each layer can change as you eat it.</a:t>
            </a:r>
          </a:p>
        </p:txBody>
      </p:sp>
    </p:spTree>
    <p:extLst>
      <p:ext uri="{BB962C8B-B14F-4D97-AF65-F5344CB8AC3E}">
        <p14:creationId xmlns:p14="http://schemas.microsoft.com/office/powerpoint/2010/main" val="195785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22FD30-E387-4EEA-A7B8-FDFF6D165C40}"/>
              </a:ext>
            </a:extLst>
          </p:cNvPr>
          <p:cNvSpPr/>
          <p:nvPr/>
        </p:nvSpPr>
        <p:spPr>
          <a:xfrm>
            <a:off x="0" y="0"/>
            <a:ext cx="12192000" cy="685800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5C1B480-1B78-4C3F-999B-F8C8D5362664}"/>
              </a:ext>
            </a:extLst>
          </p:cNvPr>
          <p:cNvSpPr>
            <a:spLocks noGrp="1"/>
          </p:cNvSpPr>
          <p:nvPr>
            <p:ph type="title"/>
          </p:nvPr>
        </p:nvSpPr>
        <p:spPr/>
        <p:txBody>
          <a:bodyPr>
            <a:normAutofit/>
          </a:bodyPr>
          <a:lstStyle/>
          <a:p>
            <a:r>
              <a:rPr lang="en-GB" sz="6600" dirty="0"/>
              <a:t>WHY should I care?</a:t>
            </a:r>
          </a:p>
        </p:txBody>
      </p:sp>
      <p:sp>
        <p:nvSpPr>
          <p:cNvPr id="3" name="Content Placeholder 2">
            <a:extLst>
              <a:ext uri="{FF2B5EF4-FFF2-40B4-BE49-F238E27FC236}">
                <a16:creationId xmlns:a16="http://schemas.microsoft.com/office/drawing/2014/main" id="{B05A5136-CF60-488C-9633-2D463934433D}"/>
              </a:ext>
            </a:extLst>
          </p:cNvPr>
          <p:cNvSpPr>
            <a:spLocks noGrp="1"/>
          </p:cNvSpPr>
          <p:nvPr>
            <p:ph idx="1"/>
          </p:nvPr>
        </p:nvSpPr>
        <p:spPr/>
        <p:txBody>
          <a:bodyPr>
            <a:normAutofit/>
          </a:bodyPr>
          <a:lstStyle/>
          <a:p>
            <a:pPr marL="0" indent="0">
              <a:buNone/>
            </a:pPr>
            <a:r>
              <a:rPr lang="en-GB" sz="4400" dirty="0"/>
              <a:t>Decorators are great because they let us make our code more flexible by giving us the freedom to alter how a function or object may interact with something based of what it is.</a:t>
            </a:r>
          </a:p>
        </p:txBody>
      </p:sp>
    </p:spTree>
    <p:extLst>
      <p:ext uri="{BB962C8B-B14F-4D97-AF65-F5344CB8AC3E}">
        <p14:creationId xmlns:p14="http://schemas.microsoft.com/office/powerpoint/2010/main" val="1625495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E6186F5-5C8C-4505-BC2F-E8CDEE0D1DB6}"/>
              </a:ext>
            </a:extLst>
          </p:cNvPr>
          <p:cNvSpPr/>
          <p:nvPr/>
        </p:nvSpPr>
        <p:spPr>
          <a:xfrm>
            <a:off x="0" y="0"/>
            <a:ext cx="12192000" cy="685800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GB" dirty="0"/>
          </a:p>
        </p:txBody>
      </p:sp>
      <p:sp>
        <p:nvSpPr>
          <p:cNvPr id="3" name="Content Placeholder 2">
            <a:extLst>
              <a:ext uri="{FF2B5EF4-FFF2-40B4-BE49-F238E27FC236}">
                <a16:creationId xmlns:a16="http://schemas.microsoft.com/office/drawing/2014/main" id="{93F36B16-D41B-4F30-85E2-0786DCE001D7}"/>
              </a:ext>
            </a:extLst>
          </p:cNvPr>
          <p:cNvSpPr>
            <a:spLocks noGrp="1"/>
          </p:cNvSpPr>
          <p:nvPr>
            <p:ph idx="1"/>
          </p:nvPr>
        </p:nvSpPr>
        <p:spPr>
          <a:xfrm>
            <a:off x="838200" y="1825625"/>
            <a:ext cx="7154333" cy="4253442"/>
          </a:xfrm>
        </p:spPr>
        <p:txBody>
          <a:bodyPr vert="horz" lIns="91440" tIns="45720" rIns="91440" bIns="45720" rtlCol="0" anchor="t">
            <a:normAutofit/>
          </a:bodyPr>
          <a:lstStyle/>
          <a:p>
            <a:pPr marL="0" indent="0">
              <a:buNone/>
            </a:pPr>
            <a:r>
              <a:rPr lang="en-GB" dirty="0">
                <a:ea typeface="Calibri" panose="020F0502020204030204"/>
                <a:cs typeface="Calibri" panose="020F0502020204030204"/>
              </a:rPr>
              <a:t>If you make a </a:t>
            </a:r>
            <a:r>
              <a:rPr lang="en-GB" dirty="0" err="1">
                <a:ea typeface="Calibri" panose="020F0502020204030204"/>
                <a:cs typeface="Calibri" panose="020F0502020204030204"/>
              </a:rPr>
              <a:t>IWeapon</a:t>
            </a:r>
            <a:r>
              <a:rPr lang="en-GB" dirty="0">
                <a:ea typeface="Calibri" panose="020F0502020204030204"/>
                <a:cs typeface="Calibri" panose="020F0502020204030204"/>
              </a:rPr>
              <a:t> interface, and then used that for a object called </a:t>
            </a:r>
            <a:r>
              <a:rPr lang="en-GB" dirty="0" err="1">
                <a:ea typeface="Calibri" panose="020F0502020204030204"/>
                <a:cs typeface="Calibri" panose="020F0502020204030204"/>
              </a:rPr>
              <a:t>BaseSword</a:t>
            </a:r>
            <a:r>
              <a:rPr lang="en-GB" dirty="0">
                <a:ea typeface="Calibri" panose="020F0502020204030204"/>
                <a:cs typeface="Calibri" panose="020F0502020204030204"/>
              </a:rPr>
              <a:t> then we have are base("</a:t>
            </a:r>
            <a:r>
              <a:rPr lang="en-GB" dirty="0" err="1">
                <a:ea typeface="Calibri" panose="020F0502020204030204"/>
                <a:cs typeface="Calibri" panose="020F0502020204030204"/>
              </a:rPr>
              <a:t>wrappee</a:t>
            </a:r>
            <a:r>
              <a:rPr lang="en-GB" dirty="0">
                <a:ea typeface="Calibri" panose="020F0502020204030204"/>
                <a:cs typeface="Calibri" panose="020F0502020204030204"/>
              </a:rPr>
              <a:t>") that we can decorate or "Wrap", so now we can change the functionality of the sword to not only do damage, but we can also have it inflict a status effect like a bleed effect or something </a:t>
            </a:r>
            <a:r>
              <a:rPr lang="en-GB" dirty="0" err="1">
                <a:ea typeface="Calibri" panose="020F0502020204030204"/>
                <a:cs typeface="Calibri" panose="020F0502020204030204"/>
              </a:rPr>
              <a:t>simulare</a:t>
            </a:r>
            <a:r>
              <a:rPr lang="en-GB" dirty="0">
                <a:ea typeface="Calibri" panose="020F0502020204030204"/>
                <a:cs typeface="Calibri" panose="020F0502020204030204"/>
              </a:rPr>
              <a:t>.</a:t>
            </a:r>
          </a:p>
          <a:p>
            <a:pPr marL="0" indent="0">
              <a:buNone/>
            </a:pPr>
            <a:r>
              <a:rPr lang="en-GB" dirty="0">
                <a:ea typeface="Calibri" panose="020F0502020204030204"/>
                <a:cs typeface="Calibri" panose="020F0502020204030204"/>
              </a:rPr>
              <a:t>So even after altering the way the sword works, it still keeps the basic functionality of a weapon by dealing damage.</a:t>
            </a:r>
          </a:p>
        </p:txBody>
      </p:sp>
      <p:sp>
        <p:nvSpPr>
          <p:cNvPr id="6" name="TextBox 5">
            <a:extLst>
              <a:ext uri="{FF2B5EF4-FFF2-40B4-BE49-F238E27FC236}">
                <a16:creationId xmlns:a16="http://schemas.microsoft.com/office/drawing/2014/main" id="{8C6D212A-1D9B-4937-9907-8CD0E57619C8}"/>
              </a:ext>
            </a:extLst>
          </p:cNvPr>
          <p:cNvSpPr txBox="1"/>
          <p:nvPr/>
        </p:nvSpPr>
        <p:spPr>
          <a:xfrm>
            <a:off x="745067" y="313267"/>
            <a:ext cx="10608733" cy="1107996"/>
          </a:xfrm>
          <a:prstGeom prst="rect">
            <a:avLst/>
          </a:prstGeom>
          <a:noFill/>
        </p:spPr>
        <p:txBody>
          <a:bodyPr wrap="square" rtlCol="0">
            <a:spAutoFit/>
          </a:bodyPr>
          <a:lstStyle/>
          <a:p>
            <a:r>
              <a:rPr lang="en-GB" sz="6600" dirty="0"/>
              <a:t>HERES AN EXAMPLE!</a:t>
            </a:r>
          </a:p>
        </p:txBody>
      </p:sp>
      <p:pic>
        <p:nvPicPr>
          <p:cNvPr id="2" name="Picture 1" descr="File:Iron Sword.png - The Twilight Forest Wiki">
            <a:extLst>
              <a:ext uri="{FF2B5EF4-FFF2-40B4-BE49-F238E27FC236}">
                <a16:creationId xmlns:a16="http://schemas.microsoft.com/office/drawing/2014/main" id="{380B425F-9538-E3E3-41DB-BFE3EBA687A6}"/>
              </a:ext>
            </a:extLst>
          </p:cNvPr>
          <p:cNvPicPr>
            <a:picLocks noChangeAspect="1"/>
          </p:cNvPicPr>
          <p:nvPr/>
        </p:nvPicPr>
        <p:blipFill>
          <a:blip r:embed="rId2"/>
          <a:stretch>
            <a:fillRect/>
          </a:stretch>
        </p:blipFill>
        <p:spPr>
          <a:xfrm>
            <a:off x="9015351" y="3142013"/>
            <a:ext cx="2335481" cy="2335481"/>
          </a:xfrm>
          <a:prstGeom prst="rect">
            <a:avLst/>
          </a:prstGeom>
        </p:spPr>
      </p:pic>
      <p:pic>
        <p:nvPicPr>
          <p:cNvPr id="4" name="Picture 3" descr="Enchanted Book PNG Transparent Images">
            <a:extLst>
              <a:ext uri="{FF2B5EF4-FFF2-40B4-BE49-F238E27FC236}">
                <a16:creationId xmlns:a16="http://schemas.microsoft.com/office/drawing/2014/main" id="{2BBF9CFE-6C0C-64A4-4D2B-2688ABFEAB30}"/>
              </a:ext>
            </a:extLst>
          </p:cNvPr>
          <p:cNvPicPr>
            <a:picLocks noChangeAspect="1"/>
          </p:cNvPicPr>
          <p:nvPr/>
        </p:nvPicPr>
        <p:blipFill>
          <a:blip r:embed="rId3"/>
          <a:stretch>
            <a:fillRect/>
          </a:stretch>
        </p:blipFill>
        <p:spPr>
          <a:xfrm>
            <a:off x="8682841" y="2651166"/>
            <a:ext cx="1189512" cy="1199408"/>
          </a:xfrm>
          <a:prstGeom prst="rect">
            <a:avLst/>
          </a:prstGeom>
        </p:spPr>
      </p:pic>
      <p:pic>
        <p:nvPicPr>
          <p:cNvPr id="7" name="Picture 6" descr="Enchanted Book PNG Transparent Images">
            <a:extLst>
              <a:ext uri="{FF2B5EF4-FFF2-40B4-BE49-F238E27FC236}">
                <a16:creationId xmlns:a16="http://schemas.microsoft.com/office/drawing/2014/main" id="{B7F2C282-41B8-818C-A438-85A44542D650}"/>
              </a:ext>
            </a:extLst>
          </p:cNvPr>
          <p:cNvPicPr>
            <a:picLocks noChangeAspect="1"/>
          </p:cNvPicPr>
          <p:nvPr/>
        </p:nvPicPr>
        <p:blipFill>
          <a:blip r:embed="rId3"/>
          <a:stretch>
            <a:fillRect/>
          </a:stretch>
        </p:blipFill>
        <p:spPr>
          <a:xfrm>
            <a:off x="10188039" y="1425039"/>
            <a:ext cx="1524000" cy="1484416"/>
          </a:xfrm>
          <a:prstGeom prst="rect">
            <a:avLst/>
          </a:prstGeom>
        </p:spPr>
      </p:pic>
    </p:spTree>
    <p:extLst>
      <p:ext uri="{BB962C8B-B14F-4D97-AF65-F5344CB8AC3E}">
        <p14:creationId xmlns:p14="http://schemas.microsoft.com/office/powerpoint/2010/main" val="2611100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EB81F1-421B-4F6A-8065-491031C0270B}"/>
              </a:ext>
            </a:extLst>
          </p:cNvPr>
          <p:cNvSpPr/>
          <p:nvPr/>
        </p:nvSpPr>
        <p:spPr>
          <a:xfrm>
            <a:off x="0" y="0"/>
            <a:ext cx="12192000" cy="685800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F89EFAF7-5540-4CA3-AE2F-5155122CD54B}"/>
              </a:ext>
            </a:extLst>
          </p:cNvPr>
          <p:cNvSpPr>
            <a:spLocks noGrp="1"/>
          </p:cNvSpPr>
          <p:nvPr>
            <p:ph type="title"/>
          </p:nvPr>
        </p:nvSpPr>
        <p:spPr>
          <a:xfrm>
            <a:off x="284019" y="1710995"/>
            <a:ext cx="11673441" cy="3443329"/>
          </a:xfrm>
        </p:spPr>
        <p:txBody>
          <a:bodyPr>
            <a:noAutofit/>
          </a:bodyPr>
          <a:lstStyle/>
          <a:p>
            <a:pPr algn="ctr"/>
            <a:r>
              <a:rPr lang="en-GB" sz="8000"/>
              <a:t>“But how do we do this???”</a:t>
            </a:r>
            <a:br>
              <a:rPr lang="en-GB" sz="8000" dirty="0"/>
            </a:br>
            <a:r>
              <a:rPr lang="en-GB" sz="8000"/>
              <a:t> I hear you ask!!!</a:t>
            </a:r>
            <a:endParaRPr lang="en-GB" sz="8000">
              <a:ea typeface="Calibri Light"/>
              <a:cs typeface="Calibri Light"/>
            </a:endParaRPr>
          </a:p>
        </p:txBody>
      </p:sp>
    </p:spTree>
    <p:extLst>
      <p:ext uri="{BB962C8B-B14F-4D97-AF65-F5344CB8AC3E}">
        <p14:creationId xmlns:p14="http://schemas.microsoft.com/office/powerpoint/2010/main" val="764429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7496CDC-3BD0-2B20-1923-1B8C7D8BDE45}"/>
              </a:ext>
            </a:extLst>
          </p:cNvPr>
          <p:cNvSpPr/>
          <p:nvPr/>
        </p:nvSpPr>
        <p:spPr>
          <a:xfrm>
            <a:off x="0" y="0"/>
            <a:ext cx="12192000" cy="685800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F483B7C2-3AFD-8857-FF3B-366F58986832}"/>
              </a:ext>
            </a:extLst>
          </p:cNvPr>
          <p:cNvSpPr>
            <a:spLocks noGrp="1"/>
          </p:cNvSpPr>
          <p:nvPr>
            <p:ph idx="1"/>
          </p:nvPr>
        </p:nvSpPr>
        <p:spPr>
          <a:xfrm>
            <a:off x="95994" y="3201184"/>
            <a:ext cx="11990118" cy="3193493"/>
          </a:xfrm>
        </p:spPr>
        <p:txBody>
          <a:bodyPr vert="horz" lIns="91440" tIns="45720" rIns="91440" bIns="45720" rtlCol="0" anchor="t">
            <a:noAutofit/>
          </a:bodyPr>
          <a:lstStyle/>
          <a:p>
            <a:pPr marL="0" indent="0">
              <a:buNone/>
            </a:pPr>
            <a:r>
              <a:rPr lang="en-GB" sz="6000" dirty="0">
                <a:ea typeface="Calibri"/>
                <a:cs typeface="Calibri"/>
              </a:rPr>
              <a:t>When creating a decorator, we will first need to </a:t>
            </a:r>
            <a:r>
              <a:rPr lang="en-GB" sz="6000" dirty="0" err="1">
                <a:ea typeface="Calibri"/>
                <a:cs typeface="Calibri"/>
              </a:rPr>
              <a:t>creat</a:t>
            </a:r>
            <a:r>
              <a:rPr lang="en-GB" sz="6000" dirty="0">
                <a:ea typeface="Calibri"/>
                <a:cs typeface="Calibri"/>
              </a:rPr>
              <a:t> a interface that will be the </a:t>
            </a:r>
            <a:r>
              <a:rPr lang="en-GB" sz="6000" dirty="0" err="1">
                <a:ea typeface="Calibri"/>
                <a:cs typeface="Calibri"/>
              </a:rPr>
              <a:t>wrappee</a:t>
            </a:r>
            <a:r>
              <a:rPr lang="en-GB" sz="6000" dirty="0">
                <a:ea typeface="Calibri"/>
                <a:cs typeface="Calibri"/>
              </a:rPr>
              <a:t> for our object. </a:t>
            </a:r>
            <a:endParaRPr lang="en-US"/>
          </a:p>
          <a:p>
            <a:pPr marL="0" indent="0">
              <a:buNone/>
            </a:pPr>
            <a:r>
              <a:rPr lang="en-GB" sz="6000" dirty="0">
                <a:ea typeface="Calibri"/>
                <a:cs typeface="Calibri"/>
              </a:rPr>
              <a:t>(Don’t Forget the Destructor) </a:t>
            </a:r>
            <a:endParaRPr lang="en-GB"/>
          </a:p>
        </p:txBody>
      </p:sp>
      <p:pic>
        <p:nvPicPr>
          <p:cNvPr id="6" name="Picture 5" descr="A computer screen with text and numbers&#10;&#10;AI-generated content may be incorrect.">
            <a:extLst>
              <a:ext uri="{FF2B5EF4-FFF2-40B4-BE49-F238E27FC236}">
                <a16:creationId xmlns:a16="http://schemas.microsoft.com/office/drawing/2014/main" id="{A18377FB-E916-9813-FBE7-A0CB91E298E6}"/>
              </a:ext>
            </a:extLst>
          </p:cNvPr>
          <p:cNvPicPr>
            <a:picLocks noChangeAspect="1"/>
          </p:cNvPicPr>
          <p:nvPr/>
        </p:nvPicPr>
        <p:blipFill>
          <a:blip r:embed="rId2"/>
          <a:stretch>
            <a:fillRect/>
          </a:stretch>
        </p:blipFill>
        <p:spPr>
          <a:xfrm>
            <a:off x="3692422" y="229900"/>
            <a:ext cx="4797260" cy="2964254"/>
          </a:xfrm>
          <a:prstGeom prst="rect">
            <a:avLst/>
          </a:prstGeom>
        </p:spPr>
      </p:pic>
    </p:spTree>
    <p:extLst>
      <p:ext uri="{BB962C8B-B14F-4D97-AF65-F5344CB8AC3E}">
        <p14:creationId xmlns:p14="http://schemas.microsoft.com/office/powerpoint/2010/main" val="4226754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942A09A-8443-0073-8F1A-365D98094D54}"/>
              </a:ext>
            </a:extLst>
          </p:cNvPr>
          <p:cNvSpPr/>
          <p:nvPr/>
        </p:nvSpPr>
        <p:spPr>
          <a:xfrm>
            <a:off x="0" y="0"/>
            <a:ext cx="12192000" cy="6858000"/>
          </a:xfrm>
          <a:prstGeom prst="rect">
            <a:avLst/>
          </a:prstGeom>
        </p:spPr>
        <p:style>
          <a:lnRef idx="0">
            <a:schemeClr val="accent2"/>
          </a:lnRef>
          <a:fillRef idx="3">
            <a:schemeClr val="accent2"/>
          </a:fillRef>
          <a:effectRef idx="3">
            <a:schemeClr val="accent2"/>
          </a:effectRef>
          <a:fontRef idx="minor">
            <a:schemeClr val="lt1"/>
          </a:fontRef>
        </p:style>
        <p:txBody>
          <a:bodyPr lIns="91440" tIns="45720" rIns="91440" bIns="45720" rtlCol="0" anchor="ctr"/>
          <a:lstStyle/>
          <a:p>
            <a:pPr algn="ctr"/>
            <a:endParaRPr lang="en-GB" dirty="0">
              <a:ea typeface="Calibri"/>
              <a:cs typeface="Calibri"/>
            </a:endParaRPr>
          </a:p>
        </p:txBody>
      </p:sp>
      <p:pic>
        <p:nvPicPr>
          <p:cNvPr id="6" name="Content Placeholder 5" descr="A computer screen shot of text&#10;&#10;AI-generated content may be incorrect.">
            <a:extLst>
              <a:ext uri="{FF2B5EF4-FFF2-40B4-BE49-F238E27FC236}">
                <a16:creationId xmlns:a16="http://schemas.microsoft.com/office/drawing/2014/main" id="{307A9F49-B08F-21F1-C5B3-BA7B4D925900}"/>
              </a:ext>
            </a:extLst>
          </p:cNvPr>
          <p:cNvPicPr>
            <a:picLocks noGrp="1" noChangeAspect="1"/>
          </p:cNvPicPr>
          <p:nvPr>
            <p:ph idx="1"/>
          </p:nvPr>
        </p:nvPicPr>
        <p:blipFill>
          <a:blip r:embed="rId2"/>
          <a:srcRect r="20000"/>
          <a:stretch>
            <a:fillRect/>
          </a:stretch>
        </p:blipFill>
        <p:spPr>
          <a:xfrm>
            <a:off x="170707" y="153194"/>
            <a:ext cx="5466607" cy="6310745"/>
          </a:xfrm>
          <a:prstGeom prst="rect">
            <a:avLst/>
          </a:prstGeom>
        </p:spPr>
      </p:pic>
      <p:sp>
        <p:nvSpPr>
          <p:cNvPr id="8" name="TextBox 7">
            <a:extLst>
              <a:ext uri="{FF2B5EF4-FFF2-40B4-BE49-F238E27FC236}">
                <a16:creationId xmlns:a16="http://schemas.microsoft.com/office/drawing/2014/main" id="{5ED57B22-4753-BACB-522C-D65CF85532EF}"/>
              </a:ext>
            </a:extLst>
          </p:cNvPr>
          <p:cNvSpPr txBox="1"/>
          <p:nvPr/>
        </p:nvSpPr>
        <p:spPr>
          <a:xfrm>
            <a:off x="5977246" y="207817"/>
            <a:ext cx="6006935"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700" dirty="0">
                <a:ea typeface="Calibri"/>
                <a:cs typeface="Calibri"/>
              </a:rPr>
              <a:t>Next we will create are base, this is what we are putting are decorators on.</a:t>
            </a:r>
          </a:p>
          <a:p>
            <a:endParaRPr lang="en-GB" sz="2700" dirty="0">
              <a:ea typeface="Calibri"/>
              <a:cs typeface="Calibri"/>
            </a:endParaRPr>
          </a:p>
          <a:p>
            <a:r>
              <a:rPr lang="en-GB" sz="2700" dirty="0">
                <a:ea typeface="Calibri"/>
                <a:cs typeface="Calibri"/>
              </a:rPr>
              <a:t>We do this by inheriting from are interface and using that as a contract to say what are object should be, then we add the </a:t>
            </a:r>
            <a:r>
              <a:rPr lang="en-GB" sz="2700">
                <a:ea typeface="Calibri"/>
                <a:cs typeface="Calibri"/>
              </a:rPr>
              <a:t>functionality that we want it to have.</a:t>
            </a:r>
            <a:endParaRPr lang="en-GB" sz="2700" dirty="0">
              <a:ea typeface="Calibri"/>
              <a:cs typeface="Calibri"/>
            </a:endParaRPr>
          </a:p>
          <a:p>
            <a:endParaRPr lang="en-GB" sz="2700" dirty="0">
              <a:ea typeface="Calibri"/>
              <a:cs typeface="Calibri"/>
            </a:endParaRPr>
          </a:p>
          <a:p>
            <a:r>
              <a:rPr lang="en-GB" sz="2700" dirty="0">
                <a:ea typeface="Calibri"/>
                <a:cs typeface="Calibri"/>
              </a:rPr>
              <a:t>We also need the base to be able to store a object that is the same data type as are interface.</a:t>
            </a:r>
          </a:p>
          <a:p>
            <a:endParaRPr lang="en-GB" sz="2700" dirty="0">
              <a:ea typeface="Calibri"/>
              <a:cs typeface="Calibri"/>
            </a:endParaRPr>
          </a:p>
          <a:p>
            <a:r>
              <a:rPr lang="en-GB" sz="2700">
                <a:ea typeface="Calibri"/>
                <a:cs typeface="Calibri"/>
              </a:rPr>
              <a:t>We do this so we can keep adding layers.</a:t>
            </a:r>
            <a:endParaRPr lang="en-GB" sz="2700" dirty="0">
              <a:ea typeface="Calibri"/>
              <a:cs typeface="Calibri"/>
            </a:endParaRPr>
          </a:p>
        </p:txBody>
      </p:sp>
    </p:spTree>
    <p:extLst>
      <p:ext uri="{BB962C8B-B14F-4D97-AF65-F5344CB8AC3E}">
        <p14:creationId xmlns:p14="http://schemas.microsoft.com/office/powerpoint/2010/main" val="921057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F3B7CD9-AC92-3F65-5A97-B4435F5E224E}"/>
              </a:ext>
            </a:extLst>
          </p:cNvPr>
          <p:cNvSpPr/>
          <p:nvPr/>
        </p:nvSpPr>
        <p:spPr>
          <a:xfrm>
            <a:off x="0" y="0"/>
            <a:ext cx="12192000" cy="6858000"/>
          </a:xfrm>
          <a:prstGeom prst="rect">
            <a:avLst/>
          </a:prstGeom>
        </p:spPr>
        <p:style>
          <a:lnRef idx="0">
            <a:schemeClr val="accent2"/>
          </a:lnRef>
          <a:fillRef idx="3">
            <a:schemeClr val="accent2"/>
          </a:fillRef>
          <a:effectRef idx="3">
            <a:schemeClr val="accent2"/>
          </a:effectRef>
          <a:fontRef idx="minor">
            <a:schemeClr val="lt1"/>
          </a:fontRef>
        </p:style>
        <p:txBody>
          <a:bodyPr lIns="91440" tIns="45720" rIns="91440" bIns="45720" rtlCol="0" anchor="ctr"/>
          <a:lstStyle/>
          <a:p>
            <a:pPr algn="ctr"/>
            <a:endParaRPr lang="en-GB" dirty="0">
              <a:ea typeface="Calibri"/>
              <a:cs typeface="Calibri"/>
            </a:endParaRPr>
          </a:p>
        </p:txBody>
      </p:sp>
      <p:pic>
        <p:nvPicPr>
          <p:cNvPr id="8" name="Content Placeholder 7" descr="A computer screen shot of text&#10;&#10;AI-generated content may be incorrect.">
            <a:extLst>
              <a:ext uri="{FF2B5EF4-FFF2-40B4-BE49-F238E27FC236}">
                <a16:creationId xmlns:a16="http://schemas.microsoft.com/office/drawing/2014/main" id="{D96387F9-D440-F0D5-22E5-1861E3946CC9}"/>
              </a:ext>
            </a:extLst>
          </p:cNvPr>
          <p:cNvPicPr>
            <a:picLocks noGrp="1" noChangeAspect="1"/>
          </p:cNvPicPr>
          <p:nvPr>
            <p:ph idx="1"/>
          </p:nvPr>
        </p:nvPicPr>
        <p:blipFill>
          <a:blip r:embed="rId2"/>
          <a:stretch>
            <a:fillRect/>
          </a:stretch>
        </p:blipFill>
        <p:spPr>
          <a:xfrm>
            <a:off x="185057" y="265554"/>
            <a:ext cx="6586847" cy="6155297"/>
          </a:xfrm>
          <a:prstGeom prst="rect">
            <a:avLst/>
          </a:prstGeom>
        </p:spPr>
      </p:pic>
      <p:sp>
        <p:nvSpPr>
          <p:cNvPr id="10" name="TextBox 9">
            <a:extLst>
              <a:ext uri="{FF2B5EF4-FFF2-40B4-BE49-F238E27FC236}">
                <a16:creationId xmlns:a16="http://schemas.microsoft.com/office/drawing/2014/main" id="{BE34029C-3273-DE2E-B2E9-DF765E428438}"/>
              </a:ext>
            </a:extLst>
          </p:cNvPr>
          <p:cNvSpPr txBox="1"/>
          <p:nvPr/>
        </p:nvSpPr>
        <p:spPr>
          <a:xfrm>
            <a:off x="7135091" y="494804"/>
            <a:ext cx="4819402" cy="56938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dirty="0">
                <a:ea typeface="Calibri"/>
                <a:cs typeface="Calibri"/>
              </a:rPr>
              <a:t>Finaly we can create are decorator that we </a:t>
            </a:r>
            <a:r>
              <a:rPr lang="en-GB" sz="2800">
                <a:ea typeface="Calibri"/>
                <a:cs typeface="Calibri"/>
              </a:rPr>
              <a:t>will be using to layer over are base.</a:t>
            </a:r>
            <a:endParaRPr lang="en-GB" sz="2800" dirty="0">
              <a:ea typeface="Calibri"/>
              <a:cs typeface="Calibri"/>
            </a:endParaRPr>
          </a:p>
          <a:p>
            <a:endParaRPr lang="en-GB" sz="2800" dirty="0">
              <a:ea typeface="Calibri"/>
              <a:cs typeface="Calibri"/>
            </a:endParaRPr>
          </a:p>
          <a:p>
            <a:r>
              <a:rPr lang="en-GB" sz="2800" dirty="0">
                <a:ea typeface="Calibri"/>
                <a:cs typeface="Calibri"/>
              </a:rPr>
              <a:t>We do it by inheriting form are base and then overriding the function that we are wrapping, </a:t>
            </a:r>
            <a:r>
              <a:rPr lang="en-GB" sz="2800">
                <a:ea typeface="Calibri"/>
                <a:cs typeface="Calibri"/>
              </a:rPr>
              <a:t>and after we call the original function in are base.</a:t>
            </a:r>
            <a:endParaRPr lang="en-GB" sz="2800" dirty="0">
              <a:ea typeface="Calibri"/>
              <a:cs typeface="Calibri"/>
            </a:endParaRPr>
          </a:p>
          <a:p>
            <a:endParaRPr lang="en-GB" sz="2800" dirty="0">
              <a:ea typeface="Calibri"/>
              <a:cs typeface="Calibri"/>
            </a:endParaRPr>
          </a:p>
          <a:p>
            <a:r>
              <a:rPr lang="en-GB" sz="2800" dirty="0">
                <a:ea typeface="Calibri"/>
                <a:cs typeface="Calibri"/>
              </a:rPr>
              <a:t>this changes the overall outcome but the base functionality stays the same.</a:t>
            </a:r>
            <a:endParaRPr lang="en-GB" sz="2800" dirty="0"/>
          </a:p>
        </p:txBody>
      </p:sp>
    </p:spTree>
    <p:extLst>
      <p:ext uri="{BB962C8B-B14F-4D97-AF65-F5344CB8AC3E}">
        <p14:creationId xmlns:p14="http://schemas.microsoft.com/office/powerpoint/2010/main" val="2372784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5FFFBFA-6D86-7424-17E4-1EE13DC9C8EA}"/>
              </a:ext>
            </a:extLst>
          </p:cNvPr>
          <p:cNvSpPr/>
          <p:nvPr/>
        </p:nvSpPr>
        <p:spPr>
          <a:xfrm>
            <a:off x="0" y="0"/>
            <a:ext cx="12192000" cy="685800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GB"/>
          </a:p>
        </p:txBody>
      </p:sp>
      <p:pic>
        <p:nvPicPr>
          <p:cNvPr id="4" name="Content Placeholder 3" descr="A computer code on a black background&#10;&#10;AI-generated content may be incorrect.">
            <a:extLst>
              <a:ext uri="{FF2B5EF4-FFF2-40B4-BE49-F238E27FC236}">
                <a16:creationId xmlns:a16="http://schemas.microsoft.com/office/drawing/2014/main" id="{CA85F88B-7876-E1C5-E611-4300F08B3280}"/>
              </a:ext>
            </a:extLst>
          </p:cNvPr>
          <p:cNvPicPr>
            <a:picLocks noGrp="1" noChangeAspect="1"/>
          </p:cNvPicPr>
          <p:nvPr>
            <p:ph idx="1"/>
          </p:nvPr>
        </p:nvPicPr>
        <p:blipFill>
          <a:blip r:embed="rId2"/>
          <a:stretch>
            <a:fillRect/>
          </a:stretch>
        </p:blipFill>
        <p:spPr>
          <a:xfrm>
            <a:off x="3123919" y="418213"/>
            <a:ext cx="5935195" cy="3194797"/>
          </a:xfrm>
          <a:prstGeom prst="rect">
            <a:avLst/>
          </a:prstGeom>
        </p:spPr>
      </p:pic>
      <p:sp>
        <p:nvSpPr>
          <p:cNvPr id="8" name="TextBox 7">
            <a:extLst>
              <a:ext uri="{FF2B5EF4-FFF2-40B4-BE49-F238E27FC236}">
                <a16:creationId xmlns:a16="http://schemas.microsoft.com/office/drawing/2014/main" id="{571760F9-60B1-9AC4-0BD0-B217124666C0}"/>
              </a:ext>
            </a:extLst>
          </p:cNvPr>
          <p:cNvSpPr txBox="1"/>
          <p:nvPr/>
        </p:nvSpPr>
        <p:spPr>
          <a:xfrm>
            <a:off x="895655" y="4621480"/>
            <a:ext cx="10410701"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000" dirty="0">
                <a:ea typeface="Calibri"/>
                <a:cs typeface="Calibri"/>
              </a:rPr>
              <a:t>Now that we have finished with creating are decorator we can use them like this.</a:t>
            </a:r>
            <a:endParaRPr lang="en-US"/>
          </a:p>
        </p:txBody>
      </p:sp>
    </p:spTree>
    <p:extLst>
      <p:ext uri="{BB962C8B-B14F-4D97-AF65-F5344CB8AC3E}">
        <p14:creationId xmlns:p14="http://schemas.microsoft.com/office/powerpoint/2010/main" val="1976471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5D7727E-1BA5-6E98-70C4-2B72AF7A35D6}"/>
              </a:ext>
            </a:extLst>
          </p:cNvPr>
          <p:cNvSpPr/>
          <p:nvPr/>
        </p:nvSpPr>
        <p:spPr>
          <a:xfrm>
            <a:off x="0" y="1"/>
            <a:ext cx="12192000" cy="6858000"/>
          </a:xfrm>
          <a:prstGeom prst="rect">
            <a:avLst/>
          </a:prstGeom>
        </p:spPr>
        <p:style>
          <a:lnRef idx="0">
            <a:schemeClr val="accent2"/>
          </a:lnRef>
          <a:fillRef idx="3">
            <a:schemeClr val="accent2"/>
          </a:fillRef>
          <a:effectRef idx="3">
            <a:schemeClr val="accent2"/>
          </a:effectRef>
          <a:fontRef idx="minor">
            <a:schemeClr val="lt1"/>
          </a:fontRef>
        </p:style>
        <p:txBody>
          <a:bodyPr lIns="91440" tIns="45720" rIns="91440" bIns="45720" rtlCol="0" anchor="ctr"/>
          <a:lstStyle/>
          <a:p>
            <a:pPr algn="ctr"/>
            <a:endParaRPr lang="en-GB" dirty="0">
              <a:ea typeface="Calibri"/>
              <a:cs typeface="Calibri"/>
            </a:endParaRPr>
          </a:p>
        </p:txBody>
      </p:sp>
      <p:sp>
        <p:nvSpPr>
          <p:cNvPr id="2" name="Title 1">
            <a:extLst>
              <a:ext uri="{FF2B5EF4-FFF2-40B4-BE49-F238E27FC236}">
                <a16:creationId xmlns:a16="http://schemas.microsoft.com/office/drawing/2014/main" id="{7E2DB7E7-262B-1D62-9024-98833DF046E4}"/>
              </a:ext>
            </a:extLst>
          </p:cNvPr>
          <p:cNvSpPr>
            <a:spLocks noGrp="1"/>
          </p:cNvSpPr>
          <p:nvPr>
            <p:ph type="title"/>
          </p:nvPr>
        </p:nvSpPr>
        <p:spPr/>
        <p:txBody>
          <a:bodyPr vert="horz" lIns="91440" tIns="45720" rIns="91440" bIns="45720" rtlCol="0" anchor="ctr">
            <a:noAutofit/>
          </a:bodyPr>
          <a:lstStyle/>
          <a:p>
            <a:r>
              <a:rPr lang="en-GB" sz="6000" dirty="0">
                <a:ea typeface="Calibri Light"/>
                <a:cs typeface="Calibri Light"/>
              </a:rPr>
              <a:t>But why </a:t>
            </a:r>
            <a:r>
              <a:rPr lang="en-GB" sz="6000">
                <a:ea typeface="Calibri Light"/>
                <a:cs typeface="Calibri Light"/>
              </a:rPr>
              <a:t>would I ever want to do this?</a:t>
            </a:r>
            <a:endParaRPr lang="en-GB" sz="4800">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7A5A2178-1D69-401E-5ECE-A8DF8CB6E697}"/>
              </a:ext>
            </a:extLst>
          </p:cNvPr>
          <p:cNvSpPr>
            <a:spLocks noGrp="1"/>
          </p:cNvSpPr>
          <p:nvPr>
            <p:ph idx="1"/>
          </p:nvPr>
        </p:nvSpPr>
        <p:spPr>
          <a:xfrm>
            <a:off x="838200" y="1825625"/>
            <a:ext cx="10515600" cy="4828330"/>
          </a:xfrm>
        </p:spPr>
        <p:txBody>
          <a:bodyPr vert="horz" lIns="91440" tIns="45720" rIns="91440" bIns="45720" rtlCol="0" anchor="t">
            <a:noAutofit/>
          </a:bodyPr>
          <a:lstStyle/>
          <a:p>
            <a:pPr marL="0" indent="0">
              <a:buNone/>
            </a:pPr>
            <a:r>
              <a:rPr lang="en-GB" sz="3600" dirty="0">
                <a:ea typeface="Calibri" panose="020F0502020204030204"/>
                <a:cs typeface="Calibri" panose="020F0502020204030204"/>
              </a:rPr>
              <a:t>It can make creating object that are similar easier because instead of making lots of objects all with the same base functionality we can create one with all the func</a:t>
            </a:r>
            <a:r>
              <a:rPr lang="en-GB" sz="3600">
                <a:solidFill>
                  <a:srgbClr val="000000"/>
                </a:solidFill>
                <a:latin typeface="Calibri"/>
                <a:ea typeface="Calibri"/>
                <a:cs typeface="Calibri"/>
              </a:rPr>
              <a:t>tionality that we want layered on top.</a:t>
            </a:r>
            <a:endParaRPr lang="en-US" sz="3600">
              <a:ea typeface="Calibri"/>
              <a:cs typeface="Calibri"/>
            </a:endParaRPr>
          </a:p>
          <a:p>
            <a:pPr marL="0" indent="0">
              <a:buNone/>
            </a:pPr>
            <a:endParaRPr lang="en-GB" sz="3600" dirty="0">
              <a:ea typeface="Calibri" panose="020F0502020204030204"/>
              <a:cs typeface="Calibri" panose="020F0502020204030204"/>
            </a:endParaRPr>
          </a:p>
          <a:p>
            <a:pPr marL="0" indent="0">
              <a:buNone/>
            </a:pPr>
            <a:r>
              <a:rPr lang="en-GB" sz="3600" dirty="0">
                <a:ea typeface="Calibri" panose="020F0502020204030204"/>
                <a:cs typeface="Calibri" panose="020F0502020204030204"/>
              </a:rPr>
              <a:t>Doing this also makes it </a:t>
            </a:r>
            <a:r>
              <a:rPr lang="en-GB" sz="3600">
                <a:ea typeface="Calibri" panose="020F0502020204030204"/>
                <a:cs typeface="Calibri" panose="020F0502020204030204"/>
              </a:rPr>
              <a:t>easier</a:t>
            </a:r>
            <a:r>
              <a:rPr lang="en-GB" sz="3600" dirty="0">
                <a:ea typeface="Calibri" panose="020F0502020204030204"/>
                <a:cs typeface="Calibri" panose="020F0502020204030204"/>
              </a:rPr>
              <a:t> for us when it comes to having to write the code, because instead of needing to call multiple functions for the same result, we can just call one giving us the result that we want.</a:t>
            </a:r>
          </a:p>
        </p:txBody>
      </p:sp>
    </p:spTree>
    <p:extLst>
      <p:ext uri="{BB962C8B-B14F-4D97-AF65-F5344CB8AC3E}">
        <p14:creationId xmlns:p14="http://schemas.microsoft.com/office/powerpoint/2010/main" val="2772846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6880F16-2638-2A59-9E55-5F11B7A274F1}"/>
              </a:ext>
            </a:extLst>
          </p:cNvPr>
          <p:cNvSpPr/>
          <p:nvPr/>
        </p:nvSpPr>
        <p:spPr>
          <a:xfrm>
            <a:off x="0" y="1"/>
            <a:ext cx="12192000" cy="6858000"/>
          </a:xfrm>
          <a:prstGeom prst="rect">
            <a:avLst/>
          </a:prstGeom>
        </p:spPr>
        <p:style>
          <a:lnRef idx="0">
            <a:schemeClr val="accent2"/>
          </a:lnRef>
          <a:fillRef idx="3">
            <a:schemeClr val="accent2"/>
          </a:fillRef>
          <a:effectRef idx="3">
            <a:schemeClr val="accent2"/>
          </a:effectRef>
          <a:fontRef idx="minor">
            <a:schemeClr val="lt1"/>
          </a:fontRef>
        </p:style>
        <p:txBody>
          <a:bodyPr lIns="91440" tIns="45720" rIns="91440" bIns="45720" rtlCol="0" anchor="ctr"/>
          <a:lstStyle/>
          <a:p>
            <a:pPr algn="ctr"/>
            <a:endParaRPr lang="en-GB" dirty="0">
              <a:ea typeface="Calibri"/>
              <a:cs typeface="Calibri"/>
            </a:endParaRPr>
          </a:p>
        </p:txBody>
      </p:sp>
      <p:sp>
        <p:nvSpPr>
          <p:cNvPr id="2" name="Title 1">
            <a:extLst>
              <a:ext uri="{FF2B5EF4-FFF2-40B4-BE49-F238E27FC236}">
                <a16:creationId xmlns:a16="http://schemas.microsoft.com/office/drawing/2014/main" id="{4ACD7103-BCE0-F773-8238-B933C574963B}"/>
              </a:ext>
            </a:extLst>
          </p:cNvPr>
          <p:cNvSpPr>
            <a:spLocks noGrp="1"/>
          </p:cNvSpPr>
          <p:nvPr>
            <p:ph type="title"/>
          </p:nvPr>
        </p:nvSpPr>
        <p:spPr/>
        <p:txBody>
          <a:bodyPr/>
          <a:lstStyle/>
          <a:p>
            <a:r>
              <a:rPr lang="en-GB" dirty="0">
                <a:ea typeface="Calibri Light"/>
                <a:cs typeface="Calibri Light"/>
              </a:rPr>
              <a:t>Are there any dow</a:t>
            </a:r>
            <a:r>
              <a:rPr lang="en-GB">
                <a:ea typeface="Calibri Light"/>
                <a:cs typeface="Calibri Light"/>
              </a:rPr>
              <a:t>nsides???</a:t>
            </a:r>
            <a:endParaRPr lang="en-GB" dirty="0">
              <a:ea typeface="Calibri Light"/>
              <a:cs typeface="Calibri Light"/>
            </a:endParaRPr>
          </a:p>
        </p:txBody>
      </p:sp>
      <p:sp>
        <p:nvSpPr>
          <p:cNvPr id="3" name="Content Placeholder 2">
            <a:extLst>
              <a:ext uri="{FF2B5EF4-FFF2-40B4-BE49-F238E27FC236}">
                <a16:creationId xmlns:a16="http://schemas.microsoft.com/office/drawing/2014/main" id="{2CA8C18F-BACF-DF5F-1F6A-15E95DEF8649}"/>
              </a:ext>
            </a:extLst>
          </p:cNvPr>
          <p:cNvSpPr>
            <a:spLocks noGrp="1"/>
          </p:cNvSpPr>
          <p:nvPr>
            <p:ph idx="1"/>
          </p:nvPr>
        </p:nvSpPr>
        <p:spPr/>
        <p:txBody>
          <a:bodyPr vert="horz" lIns="91440" tIns="45720" rIns="91440" bIns="45720" rtlCol="0" anchor="t">
            <a:normAutofit/>
          </a:bodyPr>
          <a:lstStyle/>
          <a:p>
            <a:pPr marL="0" indent="0">
              <a:buNone/>
            </a:pPr>
            <a:r>
              <a:rPr lang="en-GB" dirty="0">
                <a:ea typeface="Calibri"/>
                <a:cs typeface="Calibri"/>
              </a:rPr>
              <a:t>A big disadvantage is that when you use decorators you are still reserving pieces of memory when you new it again, meaning that even though we </a:t>
            </a:r>
            <a:r>
              <a:rPr lang="en-GB">
                <a:ea typeface="Calibri"/>
                <a:cs typeface="Calibri"/>
              </a:rPr>
              <a:t>are not using multiple objects we are still using multiple spaces in are memory.</a:t>
            </a:r>
            <a:endParaRPr lang="en-US"/>
          </a:p>
          <a:p>
            <a:pPr marL="0" indent="0">
              <a:buNone/>
            </a:pPr>
            <a:endParaRPr lang="en-GB" dirty="0">
              <a:ea typeface="Calibri"/>
              <a:cs typeface="Calibri"/>
            </a:endParaRPr>
          </a:p>
          <a:p>
            <a:pPr marL="0" indent="0">
              <a:buNone/>
            </a:pPr>
            <a:r>
              <a:rPr lang="en-GB" dirty="0">
                <a:ea typeface="Calibri"/>
                <a:cs typeface="Calibri"/>
              </a:rPr>
              <a:t>Also, the complexity of decorators can make code hard to follow </a:t>
            </a:r>
            <a:r>
              <a:rPr lang="en-GB">
                <a:ea typeface="Calibri"/>
                <a:cs typeface="Calibri"/>
              </a:rPr>
              <a:t>through and debug when adding to many of them, which is why you </a:t>
            </a:r>
            <a:r>
              <a:rPr lang="en-GB" dirty="0">
                <a:ea typeface="Calibri"/>
                <a:cs typeface="Calibri"/>
              </a:rPr>
              <a:t>should not create tones and put them on one object.</a:t>
            </a:r>
          </a:p>
        </p:txBody>
      </p:sp>
    </p:spTree>
    <p:extLst>
      <p:ext uri="{BB962C8B-B14F-4D97-AF65-F5344CB8AC3E}">
        <p14:creationId xmlns:p14="http://schemas.microsoft.com/office/powerpoint/2010/main" val="32146041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278</TotalTime>
  <Words>235</Words>
  <Application>Microsoft Office PowerPoint</Application>
  <PresentationFormat>Widescreen</PresentationFormat>
  <Paragraphs>12</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Decorators</vt:lpstr>
      <vt:lpstr>WHAT is a Decorator??</vt:lpstr>
      <vt:lpstr>PowerPoint Presentation</vt:lpstr>
      <vt:lpstr>PowerPoint Presentation</vt:lpstr>
      <vt:lpstr>WHY should I care?</vt:lpstr>
      <vt:lpstr>PowerPoint Presentation</vt:lpstr>
      <vt:lpstr>“But how do we do this???”  I hear you ask!!!</vt:lpstr>
      <vt:lpstr>PowerPoint Presentation</vt:lpstr>
      <vt:lpstr>PowerPoint Presentation</vt:lpstr>
      <vt:lpstr>PowerPoint Presentation</vt:lpstr>
      <vt:lpstr>PowerPoint Presentation</vt:lpstr>
      <vt:lpstr>But why would I ever want to do this?</vt:lpstr>
      <vt:lpstr>Are there any downsides???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Decorators</dc:title>
  <dc:creator>Jason</dc:creator>
  <cp:lastModifiedBy>Jason</cp:lastModifiedBy>
  <cp:revision>390</cp:revision>
  <dcterms:created xsi:type="dcterms:W3CDTF">2026-03-10T11:48:29Z</dcterms:created>
  <dcterms:modified xsi:type="dcterms:W3CDTF">2026-03-12T08:48:37Z</dcterms:modified>
</cp:coreProperties>
</file>