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0" r:id="rId4"/>
    <p:sldId id="261" r:id="rId5"/>
    <p:sldId id="258" r:id="rId6"/>
    <p:sldId id="259" r:id="rId7"/>
    <p:sldId id="262"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3" d="100"/>
          <a:sy n="113" d="100"/>
        </p:scale>
        <p:origin x="510"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10T11:42:02.548"/>
    </inkml:context>
    <inkml:brush xml:id="br0">
      <inkml:brushProperty name="width" value="0.05" units="cm"/>
      <inkml:brushProperty name="height" value="0.05" units="cm"/>
      <inkml:brushProperty name="color" value="#E71224"/>
      <inkml:brushProperty name="ignorePressure" value="1"/>
    </inkml:brush>
  </inkml:definitions>
  <inkml:trace contextRef="#ctx0" brushRef="#br0">1 0,'0'10,"1"1,0-1,0 0,1 0,1 0,0 0,0-1,1 1,0-1,7 12,1-3,1 1,1-2,26 28,-9-13,6 7,1-1,2-1,2-3,56 37,-13-17,34 19,-74-47,-33-18,0 0,1-1,0-1,0 0,1 0,0-2,0 0,0 0,0-1,0-1,16 1,-15-3,1-1,-1 0,0-1,1-1,-1 0,0-1,-1-1,1 0,-1-1,21-12,38-18,-42 22,38-23,-51 26,256-179,-127 85,-125 91,-6 1,0-1,0 0,-2-1,0-1,13-19,-27 35,9-11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10T11:42:03.160"/>
    </inkml:context>
    <inkml:brush xml:id="br0">
      <inkml:brushProperty name="width" value="0.05" units="cm"/>
      <inkml:brushProperty name="height" value="0.05" units="cm"/>
      <inkml:brushProperty name="color" value="#E71224"/>
      <inkml:brushProperty name="ignorePressure" value="1"/>
    </inkml:brush>
  </inkml:definitions>
  <inkml:trace contextRef="#ctx0" brushRef="#br0">0 0,'0'0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10T11:42:03.625"/>
    </inkml:context>
    <inkml:brush xml:id="br0">
      <inkml:brushProperty name="width" value="0.05" units="cm"/>
      <inkml:brushProperty name="height" value="0.05" units="cm"/>
      <inkml:brushProperty name="color" value="#E71224"/>
      <inkml:brushProperty name="ignorePressure" value="1"/>
    </inkml:brush>
  </inkml:definitions>
  <inkml:trace contextRef="#ctx0" brushRef="#br0">1 1,'0'0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10T11:42:06.784"/>
    </inkml:context>
    <inkml:brush xml:id="br0">
      <inkml:brushProperty name="width" value="0.05" units="cm"/>
      <inkml:brushProperty name="height" value="0.05" units="cm"/>
      <inkml:brushProperty name="color" value="#E71224"/>
      <inkml:brushProperty name="ignorePressure" value="1"/>
    </inkml:brush>
  </inkml:definitions>
  <inkml:trace contextRef="#ctx0" brushRef="#br0">0 150,'26'1,"-11"0,0-1,0 0,24-4,-37 3,1 1,0-1,-1 1,1-1,-1 0,1 0,-1 0,0 0,1 0,-1-1,0 1,0-1,0 1,0-1,0 0,0 0,0 0,-1 0,1 0,-1 0,1 0,-1-1,0 1,0-1,0 1,1-5,-1 6,-1 0,0 0,1 0,-1 0,0 0,0 0,0 0,0 0,0-1,0 1,0 0,0 0,0 0,0 0,0 0,-1 0,1 0,-1 0,1 0,-1 0,1 0,-1 0,1 0,-1 0,0 0,1 0,-1 0,0 0,0 1,0-1,0 0,0 1,0-1,0 1,0-1,0 1,0-1,0 1,0 0,0-1,0 1,0 0,0 0,0 0,-1 0,0 0,-1 0,1 0,-1 1,0-1,0 1,1 0,-1 0,0 0,1 0,-1 0,1 0,-1 1,1-1,0 1,0 0,-1 0,1 0,0 0,-1 2,-1 2,1 0,1 0,-1 1,1-1,0 1,0-1,1 1,0 0,-1 10,5 62,-3-78,0 1,0-1,1 0,-1 1,0-1,0 0,1 1,-1-1,1 0,-1 0,1 1,0-1,-1 0,1 0,0 0,0 0,0 0,0 0,0 0,0 0,0 0,0 0,0 0,0-1,0 1,1 0,1 0,0-1,0 0,0 1,0-1,0 0,0-1,0 1,0 0,0-1,0 0,0 0,-1 0,4-1,9-5,0-1,-1 0,22-17,-31 21,72-59,-71 57,-1 1,0-1,0 0,0-1,-1 1,0-1,0 0,-1 0,0 0,4-11,-7 17,0 0,1-1,-1 1,0 0,0 0,0 0,0 0,0-1,0 1,0 0,-1 0,1 0,0 0,-1 0,1 0,-1 0,1 0,-1-1,1 2,-1-1,0 0,1 0,-1 0,0 0,0 0,0 0,-1 0,-1-1,-1 0,1 0,0 1,-1 0,0 0,1 0,-1 0,-7-1,-5 1,0 1,0 0,-17 3,-18 12,69-36,3-3,-32 51,-8 22,17-22,3-27,-1 1,0 0,0-1,1 1,-1 0,0-1,1 1,-1 0,0-1,1 1,-1-1,1 1,-1-1,1 1,-1-1,1 1,-1-1,1 0,0 1,-1-1,1 0,0 1,-1-1,1 0,0 0,-1 0,1 0,0 1,0-1,2-1,-1 1,0-1,0 0,0 0,0 0,1 0,-1 0,-1 0,1 0,0-1,0 1,0-1,-1 0,1 1,-1-1,1 0,-1 0,0 0,1 0,0-4,21-41,-23 47,0 0,0 0,0 0,1 0,-1 1,0-1,0 0,0 0,0 0,0 0,0 0,1 1,-1-1,0 0,0 0,0 0,0 0,1 0,-1 0,0 0,0 0,0 0,0 1,1-1,-1 0,0 0,0 0,0 0,1 0,-1 0,0 0,0 0,0 0,1-1,-1 1,0 0,0 0,0 0,0 0,1 0,-1 0,0 0,0 0,0 0,0-1,1 1,-1 0,0 0,0 0,4 39,-6 53,-19-142,20 44,1-2,-2 1,1-1,-1 1,0-1,-5-11,7 18,-1 0,1 0,-1 0,1 1,-1-1,1 0,-1 1,0-1,1 0,-1 1,0-1,0 0,1 1,-1-1,0 1,0 0,0-1,0 1,0 0,1-1,-3 1,1 0,0 0,0 1,1-1,-1 1,0-1,1 1,-1 0,0 0,1 0,-1 0,1 0,-1 0,1 0,0 0,-1 0,0 2,-3 3,1-1,-1 1,1 0,1 0,-1 1,-2 7,-16 25,29-50,21-24,-26 34,-1 0,1 0,-1 0,1 0,-1 0,1 0,0 0,0 1,-1-1,1 1,0-1,0 1,0-1,-1 1,1 0,0 0,0 0,0 0,0 1,0-1,-1 0,1 1,0-1,3 2,9 6</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10T11:42:08.484"/>
    </inkml:context>
    <inkml:brush xml:id="br0">
      <inkml:brushProperty name="width" value="0.05" units="cm"/>
      <inkml:brushProperty name="height" value="0.05" units="cm"/>
      <inkml:brushProperty name="color" value="#E71224"/>
      <inkml:brushProperty name="ignorePressure" value="1"/>
    </inkml:brush>
  </inkml:definitions>
  <inkml:trace contextRef="#ctx0" brushRef="#br0">67 75,'0'15,"-2"0,-6 28,-2 25,10-66,0 0,0 0,0 0,0 0,0 0,1 0,-1-1,0 1,1 0,0 0,-1 0,1 0,0-1,0 1,0 0,0-1,0 1,0-1,1 1,-1-1,0 0,1 1,-1-1,1 0,0 0,-1 0,1 0,0 0,-1 0,1-1,0 1,0 0,0-1,0 0,0 1,-1-1,1 0,0 0,0 0,0 0,0 0,0-1,0 1,2-1,4-1,0 1,-1-1,1-1,-1 1,0-1,0 0,0-1,0 0,11-9,-11 6,0 0,-1-1,0 1,0-2,-1 1,0-1,0 1,6-19,-9 20,1 1,-2-1,1 1,0-1,-1 0,-1 0,1 0,-1 0,0 1,-1-1,1 0,-1 0,-3-10,3 15,1 0,-1 0,0 1,1-1,-1 1,0-1,0 1,0-1,0 1,-1-1,1 1,0 0,0-1,-1 1,1 0,-1 0,1 0,-1 0,0 1,1-1,-1 0,0 1,1-1,-4 0,2 1,-1 0,1 0,-1 1,1-1,-1 1,1 0,0 0,-1 0,1 0,0 1,-6 3,-5 4,1 1,0 0,0 1,-12 13,1 0,17-19,0 1,1 0,-1 1,1-1,1 1,-1 0,1 1,1-1,-1 1,1 0,-4 10,8-17,0-1,0 1,0 0,-1-1,1 1,0-1,0 1,0 0,0-1,0 1,0-1,0 1,0 0,1-1,-1 1,0-1,0 1,0-1,1 1,-1 0,0-1,1 1,-1-1,0 1,1-1,-1 0,0 1,1-1,-1 1,1-1,-1 0,1 1,-1-1,2 1,22-4,23-21,-40 18,0 0,-1 0,1 0,-1-1,0 1,-1-2,0 1,0-1,0 1,-1-1,0 0,-1-1,0 1,0-1,-1 1,0-1,1-15,-6 86,1-24,1 1,6 63,-5-101,0-1,0 0,0 1,0-1,0 0,0 0,0 1,0-1,0 0,0 0,0 1,0-1,0 0,0 1,1-1,-1 0,0 0,0 1,0-1,0 0,0 0,1 0,-1 1,0-1,0 0,0 0,1 0,-1 1,0-1,0 0,1 0,-1 0,0 0,0 0,1 0,-1 0,0 0,1 0,-1 1,0-1,0 0,1 0,-1 0,1-1,11-10,7-20,-13 19,0-1,-1 1,-1-1,0 0,-1-1,0 1,-1-1,-1 1,0-1,0 0,-2 1,0-1,0 0,-4-13,5 26,0 1,0-1,-1 0,1 1,0-1,0 0,-1 1,1-1,0 1,-1-1,1 0,-1 1,1-1,0 1,-1-1,1 1,-1-1,0 1,1 0,-1-1,1 1,-1 0,0-1,1 1,-1 0,0 0,1 0,-1-1,0 1,1 0,-2 0,-20 12,-15 31,36-41,-5 5,2 1,-1-1,1 1,0 0,1 0,0 0,0 0,0 1,1-1,1 1,0 0,0 0,0-1,1 1,0 0,1 0,2 10,-3-18,0-1,0 1,1 0,-1 0,0-1,0 1,1 0,-1-1,0 1,1 0,-1-1,1 1,-1-1,1 1,-1-1,1 1,0-1,-1 1,1-1,-1 1,1-1,0 0,-1 1,1-1,0 0,0 0,-1 1,1-1,0 0,0 0,-1 0,1 0,0 0,0 0,-1 0,1 0,0-1,0 1,-1 0,1 0,0 0,-1-1,1 1,0 0,-1-1,1 1,0-1,-1 1,1-1,-1 1,1-1,-1 1,1-1,-1 0,1 0,32-38,-30 35,9-12,0-1,-1-1,-1 0,-1 0,0-1,10-36,-16 41,-4 16,-10 28,0-2,10-26,-1 1,1 0,-1-1,0 1,0-1,0 1,0-1,0 0,-5 3,-6 3</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10T11:42:18.588"/>
    </inkml:context>
    <inkml:brush xml:id="br0">
      <inkml:brushProperty name="width" value="0.05" units="cm"/>
      <inkml:brushProperty name="height" value="0.05" units="cm"/>
      <inkml:brushProperty name="color" value="#E71224"/>
      <inkml:brushProperty name="ignorePressure" value="1"/>
    </inkml:brush>
  </inkml:definitions>
  <inkml:trace contextRef="#ctx0" brushRef="#br0">0 0,'0'0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969AA-9789-4E2E-A1CE-BACFC62D593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4B50876D-D5B1-4EE5-8A79-C4D27CC0892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E7FA4E00-CD20-467B-8994-697101ACCDA4}"/>
              </a:ext>
            </a:extLst>
          </p:cNvPr>
          <p:cNvSpPr>
            <a:spLocks noGrp="1"/>
          </p:cNvSpPr>
          <p:nvPr>
            <p:ph type="dt" sz="half" idx="10"/>
          </p:nvPr>
        </p:nvSpPr>
        <p:spPr/>
        <p:txBody>
          <a:bodyPr/>
          <a:lstStyle/>
          <a:p>
            <a:fld id="{03C1A0E1-1193-4243-A79A-EFA4F6B3219D}" type="datetimeFigureOut">
              <a:rPr lang="en-GB" smtClean="0"/>
              <a:t>10/03/2026</a:t>
            </a:fld>
            <a:endParaRPr lang="en-GB"/>
          </a:p>
        </p:txBody>
      </p:sp>
      <p:sp>
        <p:nvSpPr>
          <p:cNvPr id="5" name="Footer Placeholder 4">
            <a:extLst>
              <a:ext uri="{FF2B5EF4-FFF2-40B4-BE49-F238E27FC236}">
                <a16:creationId xmlns:a16="http://schemas.microsoft.com/office/drawing/2014/main" id="{A0B5C316-43B5-4BEA-B9A9-44CCA333655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1C05D52-286C-4F63-BE0C-2A6A8EA2607C}"/>
              </a:ext>
            </a:extLst>
          </p:cNvPr>
          <p:cNvSpPr>
            <a:spLocks noGrp="1"/>
          </p:cNvSpPr>
          <p:nvPr>
            <p:ph type="sldNum" sz="quarter" idx="12"/>
          </p:nvPr>
        </p:nvSpPr>
        <p:spPr/>
        <p:txBody>
          <a:bodyPr/>
          <a:lstStyle/>
          <a:p>
            <a:fld id="{2C01BF22-5472-4B7E-9321-0B7739EF7FCA}" type="slidenum">
              <a:rPr lang="en-GB" smtClean="0"/>
              <a:t>‹#›</a:t>
            </a:fld>
            <a:endParaRPr lang="en-GB"/>
          </a:p>
        </p:txBody>
      </p:sp>
    </p:spTree>
    <p:extLst>
      <p:ext uri="{BB962C8B-B14F-4D97-AF65-F5344CB8AC3E}">
        <p14:creationId xmlns:p14="http://schemas.microsoft.com/office/powerpoint/2010/main" val="5889851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F0F7E0-86DB-4FDF-A12B-06CA675B84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E16BE5C-486D-4BDA-B7C1-CA39B7B71DD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CDC2993-8B30-4D2E-9104-1A4DBCCD2594}"/>
              </a:ext>
            </a:extLst>
          </p:cNvPr>
          <p:cNvSpPr>
            <a:spLocks noGrp="1"/>
          </p:cNvSpPr>
          <p:nvPr>
            <p:ph type="dt" sz="half" idx="10"/>
          </p:nvPr>
        </p:nvSpPr>
        <p:spPr/>
        <p:txBody>
          <a:bodyPr/>
          <a:lstStyle/>
          <a:p>
            <a:fld id="{03C1A0E1-1193-4243-A79A-EFA4F6B3219D}" type="datetimeFigureOut">
              <a:rPr lang="en-GB" smtClean="0"/>
              <a:t>10/03/2026</a:t>
            </a:fld>
            <a:endParaRPr lang="en-GB"/>
          </a:p>
        </p:txBody>
      </p:sp>
      <p:sp>
        <p:nvSpPr>
          <p:cNvPr id="5" name="Footer Placeholder 4">
            <a:extLst>
              <a:ext uri="{FF2B5EF4-FFF2-40B4-BE49-F238E27FC236}">
                <a16:creationId xmlns:a16="http://schemas.microsoft.com/office/drawing/2014/main" id="{B9BB89FE-CBE8-4D1B-9CF4-A4A72F378D9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136F727-BDA1-4CAD-9C4B-3BC91A7F26E8}"/>
              </a:ext>
            </a:extLst>
          </p:cNvPr>
          <p:cNvSpPr>
            <a:spLocks noGrp="1"/>
          </p:cNvSpPr>
          <p:nvPr>
            <p:ph type="sldNum" sz="quarter" idx="12"/>
          </p:nvPr>
        </p:nvSpPr>
        <p:spPr/>
        <p:txBody>
          <a:bodyPr/>
          <a:lstStyle/>
          <a:p>
            <a:fld id="{2C01BF22-5472-4B7E-9321-0B7739EF7FCA}" type="slidenum">
              <a:rPr lang="en-GB" smtClean="0"/>
              <a:t>‹#›</a:t>
            </a:fld>
            <a:endParaRPr lang="en-GB"/>
          </a:p>
        </p:txBody>
      </p:sp>
    </p:spTree>
    <p:extLst>
      <p:ext uri="{BB962C8B-B14F-4D97-AF65-F5344CB8AC3E}">
        <p14:creationId xmlns:p14="http://schemas.microsoft.com/office/powerpoint/2010/main" val="23203327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DA7CBB-A90F-4585-8AB5-C1F8F51DC99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BBE15451-C703-4A71-893D-DE8BCA030B4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BDAF8A3-7919-40DF-98E6-37BB46DFB51C}"/>
              </a:ext>
            </a:extLst>
          </p:cNvPr>
          <p:cNvSpPr>
            <a:spLocks noGrp="1"/>
          </p:cNvSpPr>
          <p:nvPr>
            <p:ph type="dt" sz="half" idx="10"/>
          </p:nvPr>
        </p:nvSpPr>
        <p:spPr/>
        <p:txBody>
          <a:bodyPr/>
          <a:lstStyle/>
          <a:p>
            <a:fld id="{03C1A0E1-1193-4243-A79A-EFA4F6B3219D}" type="datetimeFigureOut">
              <a:rPr lang="en-GB" smtClean="0"/>
              <a:t>10/03/2026</a:t>
            </a:fld>
            <a:endParaRPr lang="en-GB"/>
          </a:p>
        </p:txBody>
      </p:sp>
      <p:sp>
        <p:nvSpPr>
          <p:cNvPr id="5" name="Footer Placeholder 4">
            <a:extLst>
              <a:ext uri="{FF2B5EF4-FFF2-40B4-BE49-F238E27FC236}">
                <a16:creationId xmlns:a16="http://schemas.microsoft.com/office/drawing/2014/main" id="{DC8C57E0-63E8-4CEB-8E36-539C965A5CD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5E6D769-CF32-481F-92C4-D8E9FB676ED6}"/>
              </a:ext>
            </a:extLst>
          </p:cNvPr>
          <p:cNvSpPr>
            <a:spLocks noGrp="1"/>
          </p:cNvSpPr>
          <p:nvPr>
            <p:ph type="sldNum" sz="quarter" idx="12"/>
          </p:nvPr>
        </p:nvSpPr>
        <p:spPr/>
        <p:txBody>
          <a:bodyPr/>
          <a:lstStyle/>
          <a:p>
            <a:fld id="{2C01BF22-5472-4B7E-9321-0B7739EF7FCA}" type="slidenum">
              <a:rPr lang="en-GB" smtClean="0"/>
              <a:t>‹#›</a:t>
            </a:fld>
            <a:endParaRPr lang="en-GB"/>
          </a:p>
        </p:txBody>
      </p:sp>
    </p:spTree>
    <p:extLst>
      <p:ext uri="{BB962C8B-B14F-4D97-AF65-F5344CB8AC3E}">
        <p14:creationId xmlns:p14="http://schemas.microsoft.com/office/powerpoint/2010/main" val="38447441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6AF0E-3501-460C-8DFA-752FA6ABE9E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56C3A02-85A9-473A-AE4C-05E0CB0292B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753226A2-018F-449A-9EA4-1A8F6588B9D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BA448E20-6A46-4D57-AE7C-3E5B8B3DAA1D}"/>
              </a:ext>
            </a:extLst>
          </p:cNvPr>
          <p:cNvSpPr>
            <a:spLocks noGrp="1"/>
          </p:cNvSpPr>
          <p:nvPr>
            <p:ph type="dt" sz="half" idx="10"/>
          </p:nvPr>
        </p:nvSpPr>
        <p:spPr/>
        <p:txBody>
          <a:bodyPr/>
          <a:lstStyle/>
          <a:p>
            <a:fld id="{03C1A0E1-1193-4243-A79A-EFA4F6B3219D}" type="datetimeFigureOut">
              <a:rPr lang="en-GB" smtClean="0"/>
              <a:t>10/03/2026</a:t>
            </a:fld>
            <a:endParaRPr lang="en-GB"/>
          </a:p>
        </p:txBody>
      </p:sp>
      <p:sp>
        <p:nvSpPr>
          <p:cNvPr id="6" name="Footer Placeholder 5">
            <a:extLst>
              <a:ext uri="{FF2B5EF4-FFF2-40B4-BE49-F238E27FC236}">
                <a16:creationId xmlns:a16="http://schemas.microsoft.com/office/drawing/2014/main" id="{B05BF3D3-350D-4CDF-A7CD-41DD0DFED3D7}"/>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792AE74-1EDD-4015-8FD4-046A0657CF3C}"/>
              </a:ext>
            </a:extLst>
          </p:cNvPr>
          <p:cNvSpPr>
            <a:spLocks noGrp="1"/>
          </p:cNvSpPr>
          <p:nvPr>
            <p:ph type="sldNum" sz="quarter" idx="12"/>
          </p:nvPr>
        </p:nvSpPr>
        <p:spPr/>
        <p:txBody>
          <a:bodyPr/>
          <a:lstStyle/>
          <a:p>
            <a:fld id="{2C01BF22-5472-4B7E-9321-0B7739EF7FCA}" type="slidenum">
              <a:rPr lang="en-GB" smtClean="0"/>
              <a:t>‹#›</a:t>
            </a:fld>
            <a:endParaRPr lang="en-GB"/>
          </a:p>
        </p:txBody>
      </p:sp>
    </p:spTree>
    <p:extLst>
      <p:ext uri="{BB962C8B-B14F-4D97-AF65-F5344CB8AC3E}">
        <p14:creationId xmlns:p14="http://schemas.microsoft.com/office/powerpoint/2010/main" val="35831254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C760B-A71C-471B-9AFC-BE2781745D10}"/>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F3D3D367-52D4-4F9C-9CDE-AB1985322A1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0A2BBE4-F078-4F1A-803C-AAD19B21623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6ECC498-1555-4ED0-9FE4-0F1B79551E7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615FF2-2A1B-4504-80E9-63887E6C81F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FCE45C7-2B5E-45E2-99E2-A38B0E8CBE91}"/>
              </a:ext>
            </a:extLst>
          </p:cNvPr>
          <p:cNvSpPr>
            <a:spLocks noGrp="1"/>
          </p:cNvSpPr>
          <p:nvPr>
            <p:ph type="dt" sz="half" idx="10"/>
          </p:nvPr>
        </p:nvSpPr>
        <p:spPr/>
        <p:txBody>
          <a:bodyPr/>
          <a:lstStyle/>
          <a:p>
            <a:fld id="{03C1A0E1-1193-4243-A79A-EFA4F6B3219D}" type="datetimeFigureOut">
              <a:rPr lang="en-GB" smtClean="0"/>
              <a:t>10/03/2026</a:t>
            </a:fld>
            <a:endParaRPr lang="en-GB"/>
          </a:p>
        </p:txBody>
      </p:sp>
      <p:sp>
        <p:nvSpPr>
          <p:cNvPr id="8" name="Footer Placeholder 7">
            <a:extLst>
              <a:ext uri="{FF2B5EF4-FFF2-40B4-BE49-F238E27FC236}">
                <a16:creationId xmlns:a16="http://schemas.microsoft.com/office/drawing/2014/main" id="{51BB6382-AC93-4FF4-9B31-6A8ECF94B109}"/>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0BE02E89-5859-4555-A978-FA4E08211CA7}"/>
              </a:ext>
            </a:extLst>
          </p:cNvPr>
          <p:cNvSpPr>
            <a:spLocks noGrp="1"/>
          </p:cNvSpPr>
          <p:nvPr>
            <p:ph type="sldNum" sz="quarter" idx="12"/>
          </p:nvPr>
        </p:nvSpPr>
        <p:spPr/>
        <p:txBody>
          <a:bodyPr/>
          <a:lstStyle/>
          <a:p>
            <a:fld id="{2C01BF22-5472-4B7E-9321-0B7739EF7FCA}" type="slidenum">
              <a:rPr lang="en-GB" smtClean="0"/>
              <a:t>‹#›</a:t>
            </a:fld>
            <a:endParaRPr lang="en-GB"/>
          </a:p>
        </p:txBody>
      </p:sp>
    </p:spTree>
    <p:extLst>
      <p:ext uri="{BB962C8B-B14F-4D97-AF65-F5344CB8AC3E}">
        <p14:creationId xmlns:p14="http://schemas.microsoft.com/office/powerpoint/2010/main" val="21885481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73B4B5-2D36-45B6-B635-954869E13DC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D190BB6B-E784-41DA-8046-142C95234BA7}"/>
              </a:ext>
            </a:extLst>
          </p:cNvPr>
          <p:cNvSpPr>
            <a:spLocks noGrp="1"/>
          </p:cNvSpPr>
          <p:nvPr>
            <p:ph type="dt" sz="half" idx="10"/>
          </p:nvPr>
        </p:nvSpPr>
        <p:spPr/>
        <p:txBody>
          <a:bodyPr/>
          <a:lstStyle/>
          <a:p>
            <a:fld id="{03C1A0E1-1193-4243-A79A-EFA4F6B3219D}" type="datetimeFigureOut">
              <a:rPr lang="en-GB" smtClean="0"/>
              <a:t>10/03/2026</a:t>
            </a:fld>
            <a:endParaRPr lang="en-GB"/>
          </a:p>
        </p:txBody>
      </p:sp>
      <p:sp>
        <p:nvSpPr>
          <p:cNvPr id="4" name="Footer Placeholder 3">
            <a:extLst>
              <a:ext uri="{FF2B5EF4-FFF2-40B4-BE49-F238E27FC236}">
                <a16:creationId xmlns:a16="http://schemas.microsoft.com/office/drawing/2014/main" id="{EF9603D8-B699-459B-80D4-6C441CDF8177}"/>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4CD922F6-B3C5-46B4-BC15-BF87D97BDAD1}"/>
              </a:ext>
            </a:extLst>
          </p:cNvPr>
          <p:cNvSpPr>
            <a:spLocks noGrp="1"/>
          </p:cNvSpPr>
          <p:nvPr>
            <p:ph type="sldNum" sz="quarter" idx="12"/>
          </p:nvPr>
        </p:nvSpPr>
        <p:spPr/>
        <p:txBody>
          <a:bodyPr/>
          <a:lstStyle/>
          <a:p>
            <a:fld id="{2C01BF22-5472-4B7E-9321-0B7739EF7FCA}" type="slidenum">
              <a:rPr lang="en-GB" smtClean="0"/>
              <a:t>‹#›</a:t>
            </a:fld>
            <a:endParaRPr lang="en-GB"/>
          </a:p>
        </p:txBody>
      </p:sp>
    </p:spTree>
    <p:extLst>
      <p:ext uri="{BB962C8B-B14F-4D97-AF65-F5344CB8AC3E}">
        <p14:creationId xmlns:p14="http://schemas.microsoft.com/office/powerpoint/2010/main" val="18060742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1C43DA5-926A-43BD-BB7E-746D20D068B1}"/>
              </a:ext>
            </a:extLst>
          </p:cNvPr>
          <p:cNvSpPr>
            <a:spLocks noGrp="1"/>
          </p:cNvSpPr>
          <p:nvPr>
            <p:ph type="dt" sz="half" idx="10"/>
          </p:nvPr>
        </p:nvSpPr>
        <p:spPr/>
        <p:txBody>
          <a:bodyPr/>
          <a:lstStyle/>
          <a:p>
            <a:fld id="{03C1A0E1-1193-4243-A79A-EFA4F6B3219D}" type="datetimeFigureOut">
              <a:rPr lang="en-GB" smtClean="0"/>
              <a:t>10/03/2026</a:t>
            </a:fld>
            <a:endParaRPr lang="en-GB"/>
          </a:p>
        </p:txBody>
      </p:sp>
      <p:sp>
        <p:nvSpPr>
          <p:cNvPr id="3" name="Footer Placeholder 2">
            <a:extLst>
              <a:ext uri="{FF2B5EF4-FFF2-40B4-BE49-F238E27FC236}">
                <a16:creationId xmlns:a16="http://schemas.microsoft.com/office/drawing/2014/main" id="{8CB44808-FF88-4952-A812-33AD5F16C633}"/>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70D2F7F9-8CD8-4B4A-84BD-F54EA6AFD70C}"/>
              </a:ext>
            </a:extLst>
          </p:cNvPr>
          <p:cNvSpPr>
            <a:spLocks noGrp="1"/>
          </p:cNvSpPr>
          <p:nvPr>
            <p:ph type="sldNum" sz="quarter" idx="12"/>
          </p:nvPr>
        </p:nvSpPr>
        <p:spPr/>
        <p:txBody>
          <a:bodyPr/>
          <a:lstStyle/>
          <a:p>
            <a:fld id="{2C01BF22-5472-4B7E-9321-0B7739EF7FCA}" type="slidenum">
              <a:rPr lang="en-GB" smtClean="0"/>
              <a:t>‹#›</a:t>
            </a:fld>
            <a:endParaRPr lang="en-GB"/>
          </a:p>
        </p:txBody>
      </p:sp>
    </p:spTree>
    <p:extLst>
      <p:ext uri="{BB962C8B-B14F-4D97-AF65-F5344CB8AC3E}">
        <p14:creationId xmlns:p14="http://schemas.microsoft.com/office/powerpoint/2010/main" val="15935513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76EC5-6030-46C6-8759-31960317DF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C483F50-A2F8-4CE8-A629-A60E3CFD70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650DA186-6751-4085-92B7-860181BC4E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450D6AD-FF0A-4A3E-8DF0-B6F136E908AA}"/>
              </a:ext>
            </a:extLst>
          </p:cNvPr>
          <p:cNvSpPr>
            <a:spLocks noGrp="1"/>
          </p:cNvSpPr>
          <p:nvPr>
            <p:ph type="dt" sz="half" idx="10"/>
          </p:nvPr>
        </p:nvSpPr>
        <p:spPr/>
        <p:txBody>
          <a:bodyPr/>
          <a:lstStyle/>
          <a:p>
            <a:fld id="{03C1A0E1-1193-4243-A79A-EFA4F6B3219D}" type="datetimeFigureOut">
              <a:rPr lang="en-GB" smtClean="0"/>
              <a:t>10/03/2026</a:t>
            </a:fld>
            <a:endParaRPr lang="en-GB"/>
          </a:p>
        </p:txBody>
      </p:sp>
      <p:sp>
        <p:nvSpPr>
          <p:cNvPr id="6" name="Footer Placeholder 5">
            <a:extLst>
              <a:ext uri="{FF2B5EF4-FFF2-40B4-BE49-F238E27FC236}">
                <a16:creationId xmlns:a16="http://schemas.microsoft.com/office/drawing/2014/main" id="{74AA119C-53A8-482E-81A0-196D29E2F29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07B1ED3A-A36D-4B2C-8D5A-6AEAA735EF30}"/>
              </a:ext>
            </a:extLst>
          </p:cNvPr>
          <p:cNvSpPr>
            <a:spLocks noGrp="1"/>
          </p:cNvSpPr>
          <p:nvPr>
            <p:ph type="sldNum" sz="quarter" idx="12"/>
          </p:nvPr>
        </p:nvSpPr>
        <p:spPr/>
        <p:txBody>
          <a:bodyPr/>
          <a:lstStyle/>
          <a:p>
            <a:fld id="{2C01BF22-5472-4B7E-9321-0B7739EF7FCA}" type="slidenum">
              <a:rPr lang="en-GB" smtClean="0"/>
              <a:t>‹#›</a:t>
            </a:fld>
            <a:endParaRPr lang="en-GB"/>
          </a:p>
        </p:txBody>
      </p:sp>
    </p:spTree>
    <p:extLst>
      <p:ext uri="{BB962C8B-B14F-4D97-AF65-F5344CB8AC3E}">
        <p14:creationId xmlns:p14="http://schemas.microsoft.com/office/powerpoint/2010/main" val="27321425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CC3A0E-6F3F-4AB1-8062-4393E660CA9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0CD39D54-B83B-4BD2-93F7-9C9E499D4AA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4585BDA-5E4E-404F-8AB1-5A40EDCB2F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ABF4B93-5A5B-4670-BE36-0BAA2984D2FA}"/>
              </a:ext>
            </a:extLst>
          </p:cNvPr>
          <p:cNvSpPr>
            <a:spLocks noGrp="1"/>
          </p:cNvSpPr>
          <p:nvPr>
            <p:ph type="dt" sz="half" idx="10"/>
          </p:nvPr>
        </p:nvSpPr>
        <p:spPr/>
        <p:txBody>
          <a:bodyPr/>
          <a:lstStyle/>
          <a:p>
            <a:fld id="{03C1A0E1-1193-4243-A79A-EFA4F6B3219D}" type="datetimeFigureOut">
              <a:rPr lang="en-GB" smtClean="0"/>
              <a:t>10/03/2026</a:t>
            </a:fld>
            <a:endParaRPr lang="en-GB"/>
          </a:p>
        </p:txBody>
      </p:sp>
      <p:sp>
        <p:nvSpPr>
          <p:cNvPr id="6" name="Footer Placeholder 5">
            <a:extLst>
              <a:ext uri="{FF2B5EF4-FFF2-40B4-BE49-F238E27FC236}">
                <a16:creationId xmlns:a16="http://schemas.microsoft.com/office/drawing/2014/main" id="{1A093C61-95AD-4572-83F7-6F52934B032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DE430B9-4207-4424-9339-502EB01C14EB}"/>
              </a:ext>
            </a:extLst>
          </p:cNvPr>
          <p:cNvSpPr>
            <a:spLocks noGrp="1"/>
          </p:cNvSpPr>
          <p:nvPr>
            <p:ph type="sldNum" sz="quarter" idx="12"/>
          </p:nvPr>
        </p:nvSpPr>
        <p:spPr/>
        <p:txBody>
          <a:bodyPr/>
          <a:lstStyle/>
          <a:p>
            <a:fld id="{2C01BF22-5472-4B7E-9321-0B7739EF7FCA}" type="slidenum">
              <a:rPr lang="en-GB" smtClean="0"/>
              <a:t>‹#›</a:t>
            </a:fld>
            <a:endParaRPr lang="en-GB"/>
          </a:p>
        </p:txBody>
      </p:sp>
    </p:spTree>
    <p:extLst>
      <p:ext uri="{BB962C8B-B14F-4D97-AF65-F5344CB8AC3E}">
        <p14:creationId xmlns:p14="http://schemas.microsoft.com/office/powerpoint/2010/main" val="19552545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675AE-C9E6-42C0-9079-360D7A4BD046}"/>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A49CBD7-BEBA-4B87-8B70-316D4A9182F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005C1A-6262-46D0-A351-D1E821682A4C}"/>
              </a:ext>
            </a:extLst>
          </p:cNvPr>
          <p:cNvSpPr>
            <a:spLocks noGrp="1"/>
          </p:cNvSpPr>
          <p:nvPr>
            <p:ph type="dt" sz="half" idx="10"/>
          </p:nvPr>
        </p:nvSpPr>
        <p:spPr/>
        <p:txBody>
          <a:bodyPr/>
          <a:lstStyle/>
          <a:p>
            <a:fld id="{03C1A0E1-1193-4243-A79A-EFA4F6B3219D}" type="datetimeFigureOut">
              <a:rPr lang="en-GB" smtClean="0"/>
              <a:t>10/03/2026</a:t>
            </a:fld>
            <a:endParaRPr lang="en-GB"/>
          </a:p>
        </p:txBody>
      </p:sp>
      <p:sp>
        <p:nvSpPr>
          <p:cNvPr id="5" name="Footer Placeholder 4">
            <a:extLst>
              <a:ext uri="{FF2B5EF4-FFF2-40B4-BE49-F238E27FC236}">
                <a16:creationId xmlns:a16="http://schemas.microsoft.com/office/drawing/2014/main" id="{F1E27F9F-AB2E-45F1-9B40-73C87EF3801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85832D3-1276-4252-9E99-6E9AC3C36E43}"/>
              </a:ext>
            </a:extLst>
          </p:cNvPr>
          <p:cNvSpPr>
            <a:spLocks noGrp="1"/>
          </p:cNvSpPr>
          <p:nvPr>
            <p:ph type="sldNum" sz="quarter" idx="12"/>
          </p:nvPr>
        </p:nvSpPr>
        <p:spPr/>
        <p:txBody>
          <a:bodyPr/>
          <a:lstStyle/>
          <a:p>
            <a:fld id="{2C01BF22-5472-4B7E-9321-0B7739EF7FCA}" type="slidenum">
              <a:rPr lang="en-GB" smtClean="0"/>
              <a:t>‹#›</a:t>
            </a:fld>
            <a:endParaRPr lang="en-GB"/>
          </a:p>
        </p:txBody>
      </p:sp>
    </p:spTree>
    <p:extLst>
      <p:ext uri="{BB962C8B-B14F-4D97-AF65-F5344CB8AC3E}">
        <p14:creationId xmlns:p14="http://schemas.microsoft.com/office/powerpoint/2010/main" val="38157565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B967A8F-AE89-41B7-843A-C42893033F7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9D2E233E-0465-4DC1-A619-588957A5AE8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C314B4-CE74-4CB7-9D04-9D9924A91B26}"/>
              </a:ext>
            </a:extLst>
          </p:cNvPr>
          <p:cNvSpPr>
            <a:spLocks noGrp="1"/>
          </p:cNvSpPr>
          <p:nvPr>
            <p:ph type="dt" sz="half" idx="10"/>
          </p:nvPr>
        </p:nvSpPr>
        <p:spPr/>
        <p:txBody>
          <a:bodyPr/>
          <a:lstStyle/>
          <a:p>
            <a:fld id="{03C1A0E1-1193-4243-A79A-EFA4F6B3219D}" type="datetimeFigureOut">
              <a:rPr lang="en-GB" smtClean="0"/>
              <a:t>10/03/2026</a:t>
            </a:fld>
            <a:endParaRPr lang="en-GB"/>
          </a:p>
        </p:txBody>
      </p:sp>
      <p:sp>
        <p:nvSpPr>
          <p:cNvPr id="5" name="Footer Placeholder 4">
            <a:extLst>
              <a:ext uri="{FF2B5EF4-FFF2-40B4-BE49-F238E27FC236}">
                <a16:creationId xmlns:a16="http://schemas.microsoft.com/office/drawing/2014/main" id="{40E472E6-3D4A-43C5-8DB2-C913C8666E5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D38ACDD-5C60-44E0-9EAF-13303EE32727}"/>
              </a:ext>
            </a:extLst>
          </p:cNvPr>
          <p:cNvSpPr>
            <a:spLocks noGrp="1"/>
          </p:cNvSpPr>
          <p:nvPr>
            <p:ph type="sldNum" sz="quarter" idx="12"/>
          </p:nvPr>
        </p:nvSpPr>
        <p:spPr/>
        <p:txBody>
          <a:bodyPr/>
          <a:lstStyle/>
          <a:p>
            <a:fld id="{2C01BF22-5472-4B7E-9321-0B7739EF7FCA}" type="slidenum">
              <a:rPr lang="en-GB" smtClean="0"/>
              <a:t>‹#›</a:t>
            </a:fld>
            <a:endParaRPr lang="en-GB"/>
          </a:p>
        </p:txBody>
      </p:sp>
    </p:spTree>
    <p:extLst>
      <p:ext uri="{BB962C8B-B14F-4D97-AF65-F5344CB8AC3E}">
        <p14:creationId xmlns:p14="http://schemas.microsoft.com/office/powerpoint/2010/main" val="34587209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E1D15DE-9184-4FCD-82E2-AA051CEDA45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ABB1D96B-654F-48F9-86AD-416CA498B96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62F441D-D50F-488D-8E24-0C34FBE8C63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3C1A0E1-1193-4243-A79A-EFA4F6B3219D}" type="datetimeFigureOut">
              <a:rPr lang="en-GB" smtClean="0"/>
              <a:t>10/03/2026</a:t>
            </a:fld>
            <a:endParaRPr lang="en-GB"/>
          </a:p>
        </p:txBody>
      </p:sp>
      <p:sp>
        <p:nvSpPr>
          <p:cNvPr id="5" name="Footer Placeholder 4">
            <a:extLst>
              <a:ext uri="{FF2B5EF4-FFF2-40B4-BE49-F238E27FC236}">
                <a16:creationId xmlns:a16="http://schemas.microsoft.com/office/drawing/2014/main" id="{70DBFD37-4C77-47A9-8818-AB015B18E83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2D3D8951-EA04-4F9B-A9E1-2ACC626097A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C01BF22-5472-4B7E-9321-0B7739EF7FCA}" type="slidenum">
              <a:rPr lang="en-GB" smtClean="0"/>
              <a:t>‹#›</a:t>
            </a:fld>
            <a:endParaRPr lang="en-GB"/>
          </a:p>
        </p:txBody>
      </p:sp>
    </p:spTree>
    <p:extLst>
      <p:ext uri="{BB962C8B-B14F-4D97-AF65-F5344CB8AC3E}">
        <p14:creationId xmlns:p14="http://schemas.microsoft.com/office/powerpoint/2010/main" val="18381308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1.png"/><Relationship Id="rId7" Type="http://schemas.openxmlformats.org/officeDocument/2006/relationships/customXml" Target="../ink/ink4.xml"/><Relationship Id="rId2" Type="http://schemas.openxmlformats.org/officeDocument/2006/relationships/customXml" Target="../ink/ink1.xml"/><Relationship Id="rId1" Type="http://schemas.openxmlformats.org/officeDocument/2006/relationships/slideLayout" Target="../slideLayouts/slideLayout1.xml"/><Relationship Id="rId6" Type="http://schemas.openxmlformats.org/officeDocument/2006/relationships/customXml" Target="../ink/ink3.xml"/><Relationship Id="rId5" Type="http://schemas.openxmlformats.org/officeDocument/2006/relationships/image" Target="../media/image2.png"/><Relationship Id="rId10" Type="http://schemas.openxmlformats.org/officeDocument/2006/relationships/image" Target="../media/image4.png"/><Relationship Id="rId4" Type="http://schemas.openxmlformats.org/officeDocument/2006/relationships/customXml" Target="../ink/ink2.xml"/><Relationship Id="rId9" Type="http://schemas.openxmlformats.org/officeDocument/2006/relationships/customXml" Target="../ink/ink5.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customXml" Target="../ink/ink6.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C7F894B-FE90-42F9-B06C-949E10DAAFAB}"/>
              </a:ext>
            </a:extLst>
          </p:cNvPr>
          <p:cNvSpPr/>
          <p:nvPr/>
        </p:nvSpPr>
        <p:spPr>
          <a:xfrm>
            <a:off x="0" y="0"/>
            <a:ext cx="12192000" cy="6858000"/>
          </a:xfrm>
          <a:prstGeom prst="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4C1C18B1-3678-475D-BFE3-41722CD90523}"/>
              </a:ext>
            </a:extLst>
          </p:cNvPr>
          <p:cNvSpPr>
            <a:spLocks noGrp="1"/>
          </p:cNvSpPr>
          <p:nvPr>
            <p:ph type="ctrTitle"/>
          </p:nvPr>
        </p:nvSpPr>
        <p:spPr>
          <a:xfrm>
            <a:off x="1524000" y="292630"/>
            <a:ext cx="9144000" cy="1078970"/>
          </a:xfrm>
        </p:spPr>
        <p:txBody>
          <a:bodyPr/>
          <a:lstStyle/>
          <a:p>
            <a:r>
              <a:rPr lang="en-GB" dirty="0"/>
              <a:t>Decorators</a:t>
            </a:r>
          </a:p>
        </p:txBody>
      </p:sp>
      <p:sp>
        <p:nvSpPr>
          <p:cNvPr id="3" name="Subtitle 2">
            <a:extLst>
              <a:ext uri="{FF2B5EF4-FFF2-40B4-BE49-F238E27FC236}">
                <a16:creationId xmlns:a16="http://schemas.microsoft.com/office/drawing/2014/main" id="{14805C7D-7C4A-4BA0-BE56-5F5FAF7E9051}"/>
              </a:ext>
            </a:extLst>
          </p:cNvPr>
          <p:cNvSpPr>
            <a:spLocks noGrp="1"/>
          </p:cNvSpPr>
          <p:nvPr>
            <p:ph type="subTitle" idx="1"/>
          </p:nvPr>
        </p:nvSpPr>
        <p:spPr>
          <a:xfrm>
            <a:off x="1524000" y="1371600"/>
            <a:ext cx="9144000" cy="1159933"/>
          </a:xfrm>
        </p:spPr>
        <p:txBody>
          <a:bodyPr/>
          <a:lstStyle/>
          <a:p>
            <a:r>
              <a:rPr lang="en-GB" dirty="0"/>
              <a:t>&amp;</a:t>
            </a:r>
          </a:p>
          <a:p>
            <a:r>
              <a:rPr lang="en-GB" dirty="0"/>
              <a:t>What they are used for!</a:t>
            </a:r>
          </a:p>
        </p:txBody>
      </p:sp>
      <p:sp>
        <p:nvSpPr>
          <p:cNvPr id="5" name="Oval 4">
            <a:extLst>
              <a:ext uri="{FF2B5EF4-FFF2-40B4-BE49-F238E27FC236}">
                <a16:creationId xmlns:a16="http://schemas.microsoft.com/office/drawing/2014/main" id="{9653150E-FED4-4D51-934D-4D7F8DD8DB04}"/>
              </a:ext>
            </a:extLst>
          </p:cNvPr>
          <p:cNvSpPr/>
          <p:nvPr/>
        </p:nvSpPr>
        <p:spPr>
          <a:xfrm>
            <a:off x="914400" y="3979333"/>
            <a:ext cx="1964267" cy="199813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mc:Choice xmlns:p14="http://schemas.microsoft.com/office/powerpoint/2010/main" Requires="p14">
          <p:contentPart p14:bwMode="auto" r:id="rId2">
            <p14:nvContentPartPr>
              <p14:cNvPr id="6" name="Ink 5">
                <a:extLst>
                  <a:ext uri="{FF2B5EF4-FFF2-40B4-BE49-F238E27FC236}">
                    <a16:creationId xmlns:a16="http://schemas.microsoft.com/office/drawing/2014/main" id="{61A4B4DA-CC54-49BE-9626-535548FA3080}"/>
                  </a:ext>
                </a:extLst>
              </p14:cNvPr>
              <p14:cNvContentPartPr/>
              <p14:nvPr/>
            </p14:nvContentPartPr>
            <p14:xfrm>
              <a:off x="1498293" y="5190187"/>
              <a:ext cx="632160" cy="246600"/>
            </p14:xfrm>
          </p:contentPart>
        </mc:Choice>
        <mc:Fallback>
          <p:pic>
            <p:nvPicPr>
              <p:cNvPr id="6" name="Ink 5">
                <a:extLst>
                  <a:ext uri="{FF2B5EF4-FFF2-40B4-BE49-F238E27FC236}">
                    <a16:creationId xmlns:a16="http://schemas.microsoft.com/office/drawing/2014/main" id="{61A4B4DA-CC54-49BE-9626-535548FA3080}"/>
                  </a:ext>
                </a:extLst>
              </p:cNvPr>
              <p:cNvPicPr/>
              <p:nvPr/>
            </p:nvPicPr>
            <p:blipFill>
              <a:blip r:embed="rId3"/>
              <a:stretch>
                <a:fillRect/>
              </a:stretch>
            </p:blipFill>
            <p:spPr>
              <a:xfrm>
                <a:off x="1489653" y="5181187"/>
                <a:ext cx="649800" cy="26424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7" name="Ink 6">
                <a:extLst>
                  <a:ext uri="{FF2B5EF4-FFF2-40B4-BE49-F238E27FC236}">
                    <a16:creationId xmlns:a16="http://schemas.microsoft.com/office/drawing/2014/main" id="{3F0D7933-41B0-4465-9D20-F1DD18F15F3D}"/>
                  </a:ext>
                </a:extLst>
              </p14:cNvPr>
              <p14:cNvContentPartPr/>
              <p14:nvPr/>
            </p14:nvContentPartPr>
            <p14:xfrm>
              <a:off x="1625373" y="4639747"/>
              <a:ext cx="360" cy="360"/>
            </p14:xfrm>
          </p:contentPart>
        </mc:Choice>
        <mc:Fallback>
          <p:pic>
            <p:nvPicPr>
              <p:cNvPr id="7" name="Ink 6">
                <a:extLst>
                  <a:ext uri="{FF2B5EF4-FFF2-40B4-BE49-F238E27FC236}">
                    <a16:creationId xmlns:a16="http://schemas.microsoft.com/office/drawing/2014/main" id="{3F0D7933-41B0-4465-9D20-F1DD18F15F3D}"/>
                  </a:ext>
                </a:extLst>
              </p:cNvPr>
              <p:cNvPicPr/>
              <p:nvPr/>
            </p:nvPicPr>
            <p:blipFill>
              <a:blip r:embed="rId5"/>
              <a:stretch>
                <a:fillRect/>
              </a:stretch>
            </p:blipFill>
            <p:spPr>
              <a:xfrm>
                <a:off x="1616373" y="4630747"/>
                <a:ext cx="1800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8" name="Ink 7">
                <a:extLst>
                  <a:ext uri="{FF2B5EF4-FFF2-40B4-BE49-F238E27FC236}">
                    <a16:creationId xmlns:a16="http://schemas.microsoft.com/office/drawing/2014/main" id="{8DACE9E8-9216-4375-B39A-2DC44B94C2C9}"/>
                  </a:ext>
                </a:extLst>
              </p14:cNvPr>
              <p14:cNvContentPartPr/>
              <p14:nvPr/>
            </p14:nvContentPartPr>
            <p14:xfrm>
              <a:off x="2201013" y="4715707"/>
              <a:ext cx="360" cy="360"/>
            </p14:xfrm>
          </p:contentPart>
        </mc:Choice>
        <mc:Fallback>
          <p:pic>
            <p:nvPicPr>
              <p:cNvPr id="8" name="Ink 7">
                <a:extLst>
                  <a:ext uri="{FF2B5EF4-FFF2-40B4-BE49-F238E27FC236}">
                    <a16:creationId xmlns:a16="http://schemas.microsoft.com/office/drawing/2014/main" id="{8DACE9E8-9216-4375-B39A-2DC44B94C2C9}"/>
                  </a:ext>
                </a:extLst>
              </p:cNvPr>
              <p:cNvPicPr/>
              <p:nvPr/>
            </p:nvPicPr>
            <p:blipFill>
              <a:blip r:embed="rId5"/>
              <a:stretch>
                <a:fillRect/>
              </a:stretch>
            </p:blipFill>
            <p:spPr>
              <a:xfrm>
                <a:off x="2192373" y="4707067"/>
                <a:ext cx="1800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9" name="Ink 8">
                <a:extLst>
                  <a:ext uri="{FF2B5EF4-FFF2-40B4-BE49-F238E27FC236}">
                    <a16:creationId xmlns:a16="http://schemas.microsoft.com/office/drawing/2014/main" id="{8F8F595F-18D1-4945-8A40-72D6C73F3717}"/>
                  </a:ext>
                </a:extLst>
              </p14:cNvPr>
              <p14:cNvContentPartPr/>
              <p14:nvPr/>
            </p14:nvContentPartPr>
            <p14:xfrm>
              <a:off x="1608453" y="4577107"/>
              <a:ext cx="125280" cy="99360"/>
            </p14:xfrm>
          </p:contentPart>
        </mc:Choice>
        <mc:Fallback>
          <p:pic>
            <p:nvPicPr>
              <p:cNvPr id="9" name="Ink 8">
                <a:extLst>
                  <a:ext uri="{FF2B5EF4-FFF2-40B4-BE49-F238E27FC236}">
                    <a16:creationId xmlns:a16="http://schemas.microsoft.com/office/drawing/2014/main" id="{8F8F595F-18D1-4945-8A40-72D6C73F3717}"/>
                  </a:ext>
                </a:extLst>
              </p:cNvPr>
              <p:cNvPicPr/>
              <p:nvPr/>
            </p:nvPicPr>
            <p:blipFill>
              <a:blip r:embed="rId8"/>
              <a:stretch>
                <a:fillRect/>
              </a:stretch>
            </p:blipFill>
            <p:spPr>
              <a:xfrm>
                <a:off x="1599453" y="4568467"/>
                <a:ext cx="142920" cy="11700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10" name="Ink 9">
                <a:extLst>
                  <a:ext uri="{FF2B5EF4-FFF2-40B4-BE49-F238E27FC236}">
                    <a16:creationId xmlns:a16="http://schemas.microsoft.com/office/drawing/2014/main" id="{8F38BD78-5A65-4A1D-A11C-3E9EBC1DB330}"/>
                  </a:ext>
                </a:extLst>
              </p14:cNvPr>
              <p14:cNvContentPartPr/>
              <p14:nvPr/>
            </p14:nvContentPartPr>
            <p14:xfrm>
              <a:off x="2168613" y="4663867"/>
              <a:ext cx="97200" cy="103320"/>
            </p14:xfrm>
          </p:contentPart>
        </mc:Choice>
        <mc:Fallback>
          <p:pic>
            <p:nvPicPr>
              <p:cNvPr id="10" name="Ink 9">
                <a:extLst>
                  <a:ext uri="{FF2B5EF4-FFF2-40B4-BE49-F238E27FC236}">
                    <a16:creationId xmlns:a16="http://schemas.microsoft.com/office/drawing/2014/main" id="{8F38BD78-5A65-4A1D-A11C-3E9EBC1DB330}"/>
                  </a:ext>
                </a:extLst>
              </p:cNvPr>
              <p:cNvPicPr/>
              <p:nvPr/>
            </p:nvPicPr>
            <p:blipFill>
              <a:blip r:embed="rId10"/>
              <a:stretch>
                <a:fillRect/>
              </a:stretch>
            </p:blipFill>
            <p:spPr>
              <a:xfrm>
                <a:off x="2159613" y="4655227"/>
                <a:ext cx="114840" cy="120960"/>
              </a:xfrm>
              <a:prstGeom prst="rect">
                <a:avLst/>
              </a:prstGeom>
            </p:spPr>
          </p:pic>
        </mc:Fallback>
      </mc:AlternateContent>
    </p:spTree>
    <p:extLst>
      <p:ext uri="{BB962C8B-B14F-4D97-AF65-F5344CB8AC3E}">
        <p14:creationId xmlns:p14="http://schemas.microsoft.com/office/powerpoint/2010/main" val="38534310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13B3CBB-515C-437D-B336-793565308E27}"/>
              </a:ext>
            </a:extLst>
          </p:cNvPr>
          <p:cNvSpPr/>
          <p:nvPr/>
        </p:nvSpPr>
        <p:spPr>
          <a:xfrm>
            <a:off x="0" y="6348"/>
            <a:ext cx="12180963" cy="6851652"/>
          </a:xfrm>
          <a:prstGeom prst="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40085D25-0F46-4DFB-AD12-CD12D34FD2F6}"/>
              </a:ext>
            </a:extLst>
          </p:cNvPr>
          <p:cNvSpPr>
            <a:spLocks noGrp="1"/>
          </p:cNvSpPr>
          <p:nvPr>
            <p:ph type="title"/>
          </p:nvPr>
        </p:nvSpPr>
        <p:spPr/>
        <p:txBody>
          <a:bodyPr>
            <a:normAutofit/>
          </a:bodyPr>
          <a:lstStyle/>
          <a:p>
            <a:r>
              <a:rPr lang="en-GB" sz="6600" dirty="0"/>
              <a:t>WHAT is a Decorator??</a:t>
            </a:r>
          </a:p>
        </p:txBody>
      </p:sp>
      <p:sp>
        <p:nvSpPr>
          <p:cNvPr id="3" name="Content Placeholder 2">
            <a:extLst>
              <a:ext uri="{FF2B5EF4-FFF2-40B4-BE49-F238E27FC236}">
                <a16:creationId xmlns:a16="http://schemas.microsoft.com/office/drawing/2014/main" id="{A7002A6F-F93D-4C2E-BCC7-3371985013D3}"/>
              </a:ext>
            </a:extLst>
          </p:cNvPr>
          <p:cNvSpPr>
            <a:spLocks noGrp="1"/>
          </p:cNvSpPr>
          <p:nvPr>
            <p:ph idx="1"/>
          </p:nvPr>
        </p:nvSpPr>
        <p:spPr>
          <a:xfrm>
            <a:off x="838199" y="1825625"/>
            <a:ext cx="10684933" cy="3652428"/>
          </a:xfrm>
        </p:spPr>
        <p:txBody>
          <a:bodyPr>
            <a:noAutofit/>
          </a:bodyPr>
          <a:lstStyle/>
          <a:p>
            <a:pPr marL="0" indent="0">
              <a:buNone/>
            </a:pPr>
            <a:r>
              <a:rPr lang="en-GB" sz="4400" dirty="0"/>
              <a:t>A decorator is a type of pattern called a structural pattern, We use it so that we can give new behaviour to a object in a dynamic way, these objects are called special wrapper objects or “decorators”.</a:t>
            </a:r>
          </a:p>
        </p:txBody>
      </p:sp>
      <mc:AlternateContent xmlns:mc="http://schemas.openxmlformats.org/markup-compatibility/2006">
        <mc:Choice xmlns:p14="http://schemas.microsoft.com/office/powerpoint/2010/main" Requires="p14">
          <p:contentPart p14:bwMode="auto" r:id="rId2">
            <p14:nvContentPartPr>
              <p14:cNvPr id="4" name="Ink 3">
                <a:extLst>
                  <a:ext uri="{FF2B5EF4-FFF2-40B4-BE49-F238E27FC236}">
                    <a16:creationId xmlns:a16="http://schemas.microsoft.com/office/drawing/2014/main" id="{07F9FA8A-395D-48B2-BA99-A917779E5D7B}"/>
                  </a:ext>
                </a:extLst>
              </p14:cNvPr>
              <p14:cNvContentPartPr/>
              <p14:nvPr/>
            </p14:nvContentPartPr>
            <p14:xfrm>
              <a:off x="2599173" y="1379947"/>
              <a:ext cx="360" cy="360"/>
            </p14:xfrm>
          </p:contentPart>
        </mc:Choice>
        <mc:Fallback>
          <p:pic>
            <p:nvPicPr>
              <p:cNvPr id="4" name="Ink 3">
                <a:extLst>
                  <a:ext uri="{FF2B5EF4-FFF2-40B4-BE49-F238E27FC236}">
                    <a16:creationId xmlns:a16="http://schemas.microsoft.com/office/drawing/2014/main" id="{07F9FA8A-395D-48B2-BA99-A917779E5D7B}"/>
                  </a:ext>
                </a:extLst>
              </p:cNvPr>
              <p:cNvPicPr/>
              <p:nvPr/>
            </p:nvPicPr>
            <p:blipFill>
              <a:blip r:embed="rId3"/>
              <a:stretch>
                <a:fillRect/>
              </a:stretch>
            </p:blipFill>
            <p:spPr>
              <a:xfrm>
                <a:off x="2590173" y="1370947"/>
                <a:ext cx="18000" cy="18000"/>
              </a:xfrm>
              <a:prstGeom prst="rect">
                <a:avLst/>
              </a:prstGeom>
            </p:spPr>
          </p:pic>
        </mc:Fallback>
      </mc:AlternateContent>
    </p:spTree>
    <p:extLst>
      <p:ext uri="{BB962C8B-B14F-4D97-AF65-F5344CB8AC3E}">
        <p14:creationId xmlns:p14="http://schemas.microsoft.com/office/powerpoint/2010/main" val="35826312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4337F7-CA7D-4EE8-88F9-2C222D68E9B9}"/>
              </a:ext>
            </a:extLst>
          </p:cNvPr>
          <p:cNvSpPr/>
          <p:nvPr/>
        </p:nvSpPr>
        <p:spPr>
          <a:xfrm>
            <a:off x="0" y="0"/>
            <a:ext cx="12192000" cy="6858000"/>
          </a:xfrm>
          <a:prstGeom prst="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64C0B106-3C0F-4FEE-BE82-519EA2330A0D}"/>
              </a:ext>
            </a:extLst>
          </p:cNvPr>
          <p:cNvSpPr txBox="1"/>
          <p:nvPr/>
        </p:nvSpPr>
        <p:spPr>
          <a:xfrm>
            <a:off x="254000" y="1084741"/>
            <a:ext cx="11514667" cy="2831544"/>
          </a:xfrm>
          <a:prstGeom prst="rect">
            <a:avLst/>
          </a:prstGeom>
          <a:noFill/>
        </p:spPr>
        <p:txBody>
          <a:bodyPr wrap="square" rtlCol="0">
            <a:spAutoFit/>
          </a:bodyPr>
          <a:lstStyle/>
          <a:p>
            <a:r>
              <a:rPr lang="en-GB" sz="4000" dirty="0"/>
              <a:t>You can also wrap object any number of times because both the object and decorator follow the same interface which will result in a stacking behave or of all the wrappers.</a:t>
            </a:r>
          </a:p>
          <a:p>
            <a:endParaRPr lang="en-GB" dirty="0"/>
          </a:p>
        </p:txBody>
      </p:sp>
      <p:pic>
        <p:nvPicPr>
          <p:cNvPr id="2052" name="Picture 4" descr="red gift box PNG transparent image download, size: 558x600px">
            <a:extLst>
              <a:ext uri="{FF2B5EF4-FFF2-40B4-BE49-F238E27FC236}">
                <a16:creationId xmlns:a16="http://schemas.microsoft.com/office/drawing/2014/main" id="{518DB932-683A-4E73-8039-3C6DB1980B2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71859" y="3636003"/>
            <a:ext cx="2538942" cy="27300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8637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03561D8-C720-4C84-8A3F-7A167029C955}"/>
              </a:ext>
            </a:extLst>
          </p:cNvPr>
          <p:cNvSpPr/>
          <p:nvPr/>
        </p:nvSpPr>
        <p:spPr>
          <a:xfrm>
            <a:off x="0" y="0"/>
            <a:ext cx="12192000" cy="6858000"/>
          </a:xfrm>
          <a:prstGeom prst="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en-GB"/>
          </a:p>
        </p:txBody>
      </p:sp>
      <p:pic>
        <p:nvPicPr>
          <p:cNvPr id="6" name="Picture 2" descr="Inside a giant jaw breaker">
            <a:extLst>
              <a:ext uri="{FF2B5EF4-FFF2-40B4-BE49-F238E27FC236}">
                <a16:creationId xmlns:a16="http://schemas.microsoft.com/office/drawing/2014/main" id="{6E7C61C7-11CE-46C3-B74D-11627935288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0040" y="1335352"/>
            <a:ext cx="4664427" cy="349832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C8C379CF-484E-47F5-8247-5C7EE9C5A266}"/>
              </a:ext>
            </a:extLst>
          </p:cNvPr>
          <p:cNvSpPr txBox="1"/>
          <p:nvPr/>
        </p:nvSpPr>
        <p:spPr>
          <a:xfrm>
            <a:off x="4995333" y="1191686"/>
            <a:ext cx="7035801" cy="3785652"/>
          </a:xfrm>
          <a:prstGeom prst="rect">
            <a:avLst/>
          </a:prstGeom>
          <a:noFill/>
        </p:spPr>
        <p:txBody>
          <a:bodyPr wrap="square" rtlCol="0">
            <a:spAutoFit/>
          </a:bodyPr>
          <a:lstStyle/>
          <a:p>
            <a:r>
              <a:rPr lang="en-GB" sz="4000" dirty="0"/>
              <a:t>Its kind of like a jawbreaker, at the centre is the core functionality that will never change, but It tastes different because each layer can change as you eat it.</a:t>
            </a:r>
          </a:p>
        </p:txBody>
      </p:sp>
    </p:spTree>
    <p:extLst>
      <p:ext uri="{BB962C8B-B14F-4D97-AF65-F5344CB8AC3E}">
        <p14:creationId xmlns:p14="http://schemas.microsoft.com/office/powerpoint/2010/main" val="1957852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C22FD30-E387-4EEA-A7B8-FDFF6D165C40}"/>
              </a:ext>
            </a:extLst>
          </p:cNvPr>
          <p:cNvSpPr/>
          <p:nvPr/>
        </p:nvSpPr>
        <p:spPr>
          <a:xfrm>
            <a:off x="0" y="0"/>
            <a:ext cx="12192000" cy="6858000"/>
          </a:xfrm>
          <a:prstGeom prst="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B5C1B480-1B78-4C3F-999B-F8C8D5362664}"/>
              </a:ext>
            </a:extLst>
          </p:cNvPr>
          <p:cNvSpPr>
            <a:spLocks noGrp="1"/>
          </p:cNvSpPr>
          <p:nvPr>
            <p:ph type="title"/>
          </p:nvPr>
        </p:nvSpPr>
        <p:spPr/>
        <p:txBody>
          <a:bodyPr>
            <a:normAutofit/>
          </a:bodyPr>
          <a:lstStyle/>
          <a:p>
            <a:r>
              <a:rPr lang="en-GB" sz="6600" dirty="0"/>
              <a:t>WHY should I care?</a:t>
            </a:r>
          </a:p>
        </p:txBody>
      </p:sp>
      <p:sp>
        <p:nvSpPr>
          <p:cNvPr id="3" name="Content Placeholder 2">
            <a:extLst>
              <a:ext uri="{FF2B5EF4-FFF2-40B4-BE49-F238E27FC236}">
                <a16:creationId xmlns:a16="http://schemas.microsoft.com/office/drawing/2014/main" id="{B05A5136-CF60-488C-9633-2D463934433D}"/>
              </a:ext>
            </a:extLst>
          </p:cNvPr>
          <p:cNvSpPr>
            <a:spLocks noGrp="1"/>
          </p:cNvSpPr>
          <p:nvPr>
            <p:ph idx="1"/>
          </p:nvPr>
        </p:nvSpPr>
        <p:spPr/>
        <p:txBody>
          <a:bodyPr>
            <a:normAutofit/>
          </a:bodyPr>
          <a:lstStyle/>
          <a:p>
            <a:pPr marL="0" indent="0">
              <a:buNone/>
            </a:pPr>
            <a:r>
              <a:rPr lang="en-GB" sz="4400" dirty="0"/>
              <a:t>Decorators are great because they let us make our code more flexible by giving us the freedom to alter how a function or object may interact with something based of what it is.</a:t>
            </a:r>
          </a:p>
        </p:txBody>
      </p:sp>
    </p:spTree>
    <p:extLst>
      <p:ext uri="{BB962C8B-B14F-4D97-AF65-F5344CB8AC3E}">
        <p14:creationId xmlns:p14="http://schemas.microsoft.com/office/powerpoint/2010/main" val="16254959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E6186F5-5C8C-4505-BC2F-E8CDEE0D1DB6}"/>
              </a:ext>
            </a:extLst>
          </p:cNvPr>
          <p:cNvSpPr/>
          <p:nvPr/>
        </p:nvSpPr>
        <p:spPr>
          <a:xfrm>
            <a:off x="0" y="0"/>
            <a:ext cx="12192000" cy="6858000"/>
          </a:xfrm>
          <a:prstGeom prst="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en-GB" dirty="0"/>
          </a:p>
        </p:txBody>
      </p:sp>
      <p:sp>
        <p:nvSpPr>
          <p:cNvPr id="3" name="Content Placeholder 2">
            <a:extLst>
              <a:ext uri="{FF2B5EF4-FFF2-40B4-BE49-F238E27FC236}">
                <a16:creationId xmlns:a16="http://schemas.microsoft.com/office/drawing/2014/main" id="{93F36B16-D41B-4F30-85E2-0786DCE001D7}"/>
              </a:ext>
            </a:extLst>
          </p:cNvPr>
          <p:cNvSpPr>
            <a:spLocks noGrp="1"/>
          </p:cNvSpPr>
          <p:nvPr>
            <p:ph idx="1"/>
          </p:nvPr>
        </p:nvSpPr>
        <p:spPr>
          <a:xfrm>
            <a:off x="838200" y="1825625"/>
            <a:ext cx="7154333" cy="4253442"/>
          </a:xfrm>
        </p:spPr>
        <p:txBody>
          <a:bodyPr/>
          <a:lstStyle/>
          <a:p>
            <a:pPr marL="0" indent="0">
              <a:buNone/>
            </a:pPr>
            <a:r>
              <a:rPr lang="en-GB" dirty="0"/>
              <a:t>Lets say that we create a function in are class health that adds 100 hp and then we create a new class called playerHealthDecorator that makes is so that now when we call are Heal() to add 100hp we also add another 50 shield on top of it because they are a player in addition to having health.</a:t>
            </a:r>
          </a:p>
        </p:txBody>
      </p:sp>
      <p:sp>
        <p:nvSpPr>
          <p:cNvPr id="6" name="TextBox 5">
            <a:extLst>
              <a:ext uri="{FF2B5EF4-FFF2-40B4-BE49-F238E27FC236}">
                <a16:creationId xmlns:a16="http://schemas.microsoft.com/office/drawing/2014/main" id="{8C6D212A-1D9B-4937-9907-8CD0E57619C8}"/>
              </a:ext>
            </a:extLst>
          </p:cNvPr>
          <p:cNvSpPr txBox="1"/>
          <p:nvPr/>
        </p:nvSpPr>
        <p:spPr>
          <a:xfrm>
            <a:off x="745067" y="313267"/>
            <a:ext cx="10608733" cy="1107996"/>
          </a:xfrm>
          <a:prstGeom prst="rect">
            <a:avLst/>
          </a:prstGeom>
          <a:noFill/>
        </p:spPr>
        <p:txBody>
          <a:bodyPr wrap="square" rtlCol="0">
            <a:spAutoFit/>
          </a:bodyPr>
          <a:lstStyle/>
          <a:p>
            <a:r>
              <a:rPr lang="en-GB" sz="6600" dirty="0"/>
              <a:t>HERES AN EXAMPLE!</a:t>
            </a:r>
          </a:p>
        </p:txBody>
      </p:sp>
      <p:pic>
        <p:nvPicPr>
          <p:cNvPr id="4118" name="Picture 22" descr="item_healthkit_medium - Valve Developer Community">
            <a:extLst>
              <a:ext uri="{FF2B5EF4-FFF2-40B4-BE49-F238E27FC236}">
                <a16:creationId xmlns:a16="http://schemas.microsoft.com/office/drawing/2014/main" id="{130C7F0C-FC26-4CE8-A7C9-8B76C34ABE0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266766" y="2741161"/>
            <a:ext cx="2699906" cy="2038429"/>
          </a:xfrm>
          <a:prstGeom prst="rect">
            <a:avLst/>
          </a:prstGeom>
          <a:noFill/>
          <a:extLst>
            <a:ext uri="{909E8E84-426E-40DD-AFC4-6F175D3DCCD1}">
              <a14:hiddenFill xmlns:a14="http://schemas.microsoft.com/office/drawing/2010/main">
                <a:solidFill>
                  <a:srgbClr val="FFFFFF"/>
                </a:solidFill>
              </a14:hiddenFill>
            </a:ext>
          </a:extLst>
        </p:spPr>
      </p:pic>
      <p:pic>
        <p:nvPicPr>
          <p:cNvPr id="4126" name="Picture 30" descr="Heavy - Liquipedia Team Fortress Wiki">
            <a:extLst>
              <a:ext uri="{FF2B5EF4-FFF2-40B4-BE49-F238E27FC236}">
                <a16:creationId xmlns:a16="http://schemas.microsoft.com/office/drawing/2014/main" id="{62C5B0B1-5F14-4AF6-BE07-EFC0092D03B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72222"/>
          <a:stretch/>
        </p:blipFill>
        <p:spPr bwMode="auto">
          <a:xfrm>
            <a:off x="6951132" y="4953000"/>
            <a:ext cx="4064000" cy="190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11006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1EB81F1-421B-4F6A-8065-491031C0270B}"/>
              </a:ext>
            </a:extLst>
          </p:cNvPr>
          <p:cNvSpPr/>
          <p:nvPr/>
        </p:nvSpPr>
        <p:spPr>
          <a:xfrm>
            <a:off x="0" y="0"/>
            <a:ext cx="12192000" cy="6858000"/>
          </a:xfrm>
          <a:prstGeom prst="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F89EFAF7-5540-4CA3-AE2F-5155122CD54B}"/>
              </a:ext>
            </a:extLst>
          </p:cNvPr>
          <p:cNvSpPr>
            <a:spLocks noGrp="1"/>
          </p:cNvSpPr>
          <p:nvPr>
            <p:ph type="title"/>
          </p:nvPr>
        </p:nvSpPr>
        <p:spPr/>
        <p:txBody>
          <a:bodyPr/>
          <a:lstStyle/>
          <a:p>
            <a:r>
              <a:rPr lang="en-GB" dirty="0"/>
              <a:t>“But how do we do this???” I hear you ask!</a:t>
            </a:r>
          </a:p>
        </p:txBody>
      </p:sp>
      <p:pic>
        <p:nvPicPr>
          <p:cNvPr id="7" name="Picture 6">
            <a:extLst>
              <a:ext uri="{FF2B5EF4-FFF2-40B4-BE49-F238E27FC236}">
                <a16:creationId xmlns:a16="http://schemas.microsoft.com/office/drawing/2014/main" id="{3AEAAE0F-E869-4252-BF00-C48A64B5DF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3992" y="1690688"/>
            <a:ext cx="5792008" cy="5010849"/>
          </a:xfrm>
          <a:prstGeom prst="rect">
            <a:avLst/>
          </a:prstGeom>
        </p:spPr>
      </p:pic>
      <p:pic>
        <p:nvPicPr>
          <p:cNvPr id="9" name="Picture 8">
            <a:extLst>
              <a:ext uri="{FF2B5EF4-FFF2-40B4-BE49-F238E27FC236}">
                <a16:creationId xmlns:a16="http://schemas.microsoft.com/office/drawing/2014/main" id="{D1DEEA5B-1535-4473-9CCB-FA5C7D66D5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65261" y="1690688"/>
            <a:ext cx="5525271" cy="5010850"/>
          </a:xfrm>
          <a:prstGeom prst="rect">
            <a:avLst/>
          </a:prstGeom>
        </p:spPr>
      </p:pic>
    </p:spTree>
    <p:extLst>
      <p:ext uri="{BB962C8B-B14F-4D97-AF65-F5344CB8AC3E}">
        <p14:creationId xmlns:p14="http://schemas.microsoft.com/office/powerpoint/2010/main" val="76442950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278</TotalTime>
  <Words>235</Words>
  <Application>Microsoft Office PowerPoint</Application>
  <PresentationFormat>Widescreen</PresentationFormat>
  <Paragraphs>12</Paragraphs>
  <Slides>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Calibri Light</vt:lpstr>
      <vt:lpstr>Office Theme</vt:lpstr>
      <vt:lpstr>Decorators</vt:lpstr>
      <vt:lpstr>WHAT is a Decorator??</vt:lpstr>
      <vt:lpstr>PowerPoint Presentation</vt:lpstr>
      <vt:lpstr>PowerPoint Presentation</vt:lpstr>
      <vt:lpstr>WHY should I care?</vt:lpstr>
      <vt:lpstr>PowerPoint Presentation</vt:lpstr>
      <vt:lpstr>“But how do we do this???” I hear you ask!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Decorators</dc:title>
  <dc:creator>Jason</dc:creator>
  <cp:lastModifiedBy>Jason</cp:lastModifiedBy>
  <cp:revision>13</cp:revision>
  <dcterms:created xsi:type="dcterms:W3CDTF">2026-03-10T11:48:29Z</dcterms:created>
  <dcterms:modified xsi:type="dcterms:W3CDTF">2026-03-10T16:26:39Z</dcterms:modified>
</cp:coreProperties>
</file>